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presentation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AT-9 fixture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Borek AT-9 Fixture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AT-9 Minimal Fixture</dc:title>
</cp:coreProperties>
</file>