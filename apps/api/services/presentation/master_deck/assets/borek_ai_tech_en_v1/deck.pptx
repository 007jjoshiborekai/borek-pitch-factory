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BD7887-655C-4840-A713-2CBCFCAD8EB9}" v="1" dt="2026-09-29T09:00:12.3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52" autoAdjust="0"/>
  </p:normalViewPr>
  <p:slideViewPr>
    <p:cSldViewPr snapToGrid="0" snapToObjects="1">
      <p:cViewPr varScale="1">
        <p:scale>
          <a:sx n="69" d="100"/>
          <a:sy n="69" d="100"/>
        </p:scale>
        <p:origin x="-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ena Manovska" userId="724bbea9-0098-4c06-9cf8-09fff7ffcdfe" providerId="ADAL" clId="{11C12ACA-8D28-48F0-A00B-09F242ECE6D9}"/>
    <pc:docChg chg="undo custSel modSld">
      <pc:chgData name="Elena Manovska" userId="724bbea9-0098-4c06-9cf8-09fff7ffcdfe" providerId="ADAL" clId="{11C12ACA-8D28-48F0-A00B-09F242ECE6D9}" dt="2026-09-29T09:42:41.448" v="416" actId="313"/>
      <pc:docMkLst>
        <pc:docMk/>
      </pc:docMkLst>
      <pc:sldChg chg="modSp mod">
        <pc:chgData name="Elena Manovska" userId="724bbea9-0098-4c06-9cf8-09fff7ffcdfe" providerId="ADAL" clId="{11C12ACA-8D28-48F0-A00B-09F242ECE6D9}" dt="2026-09-29T08:59:04.372" v="86" actId="27636"/>
        <pc:sldMkLst>
          <pc:docMk/>
          <pc:sldMk cId="0" sldId="256"/>
        </pc:sldMkLst>
        <pc:spChg chg="mod">
          <ac:chgData name="Elena Manovska" userId="724bbea9-0098-4c06-9cf8-09fff7ffcdfe" providerId="ADAL" clId="{11C12ACA-8D28-48F0-A00B-09F242ECE6D9}" dt="2026-09-29T08:59:04.358" v="82" actId="27636"/>
          <ac:spMkLst>
            <pc:docMk/>
            <pc:sldMk cId="0" sldId="256"/>
            <ac:spMk id="5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56" v="81" actId="27636"/>
          <ac:spMkLst>
            <pc:docMk/>
            <pc:sldMk cId="0" sldId="256"/>
            <ac:spMk id="6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72" v="86" actId="2763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67" v="84" actId="2763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60" v="83" actId="2763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6:22.524" v="3" actId="20577"/>
          <ac:spMkLst>
            <pc:docMk/>
            <pc:sldMk cId="0" sldId="256"/>
            <ac:spMk id="18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70" v="85" actId="27636"/>
          <ac:spMkLst>
            <pc:docMk/>
            <pc:sldMk cId="0" sldId="256"/>
            <ac:spMk id="19" creationId="{00000000-0000-0000-0000-000000000000}"/>
          </ac:spMkLst>
        </pc:spChg>
      </pc:sldChg>
      <pc:sldChg chg="modSp mod">
        <pc:chgData name="Elena Manovska" userId="724bbea9-0098-4c06-9cf8-09fff7ffcdfe" providerId="ADAL" clId="{11C12ACA-8D28-48F0-A00B-09F242ECE6D9}" dt="2026-09-29T08:59:04.419" v="119" actId="27636"/>
        <pc:sldMkLst>
          <pc:docMk/>
          <pc:sldMk cId="0" sldId="257"/>
        </pc:sldMkLst>
        <pc:spChg chg="mod">
          <ac:chgData name="Elena Manovska" userId="724bbea9-0098-4c06-9cf8-09fff7ffcdfe" providerId="ADAL" clId="{11C12ACA-8D28-48F0-A00B-09F242ECE6D9}" dt="2026-09-29T08:59:04.394" v="95" actId="27636"/>
          <ac:spMkLst>
            <pc:docMk/>
            <pc:sldMk cId="0" sldId="257"/>
            <ac:spMk id="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99" v="99" actId="27636"/>
          <ac:spMkLst>
            <pc:docMk/>
            <pc:sldMk cId="0" sldId="257"/>
            <ac:spMk id="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94" v="94" actId="27636"/>
          <ac:spMkLst>
            <pc:docMk/>
            <pc:sldMk cId="0" sldId="257"/>
            <ac:spMk id="6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99" v="97" actId="27636"/>
          <ac:spMkLst>
            <pc:docMk/>
            <pc:sldMk cId="0" sldId="257"/>
            <ac:spMk id="9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93" v="93" actId="2763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84" v="91" actId="27636"/>
          <ac:spMkLst>
            <pc:docMk/>
            <pc:sldMk cId="0" sldId="257"/>
            <ac:spMk id="15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99" v="106" actId="2763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413" v="108" actId="2763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99" v="105" actId="27636"/>
          <ac:spMkLst>
            <pc:docMk/>
            <pc:sldMk cId="0" sldId="257"/>
            <ac:spMk id="2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419" v="115" actId="27636"/>
          <ac:spMkLst>
            <pc:docMk/>
            <pc:sldMk cId="0" sldId="257"/>
            <ac:spMk id="27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99" v="101" actId="27636"/>
          <ac:spMkLst>
            <pc:docMk/>
            <pc:sldMk cId="0" sldId="257"/>
            <ac:spMk id="30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99" v="104" actId="27636"/>
          <ac:spMkLst>
            <pc:docMk/>
            <pc:sldMk cId="0" sldId="257"/>
            <ac:spMk id="3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419" v="118" actId="27636"/>
          <ac:spMkLst>
            <pc:docMk/>
            <pc:sldMk cId="0" sldId="257"/>
            <ac:spMk id="36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99" v="103" actId="27636"/>
          <ac:spMkLst>
            <pc:docMk/>
            <pc:sldMk cId="0" sldId="257"/>
            <ac:spMk id="38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415" v="110" actId="27636"/>
          <ac:spMkLst>
            <pc:docMk/>
            <pc:sldMk cId="0" sldId="257"/>
            <ac:spMk id="39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419" v="113" actId="27636"/>
          <ac:spMkLst>
            <pc:docMk/>
            <pc:sldMk cId="0" sldId="257"/>
            <ac:spMk id="40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99" v="107" actId="27636"/>
          <ac:spMkLst>
            <pc:docMk/>
            <pc:sldMk cId="0" sldId="257"/>
            <ac:spMk id="41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99" v="102" actId="27636"/>
          <ac:spMkLst>
            <pc:docMk/>
            <pc:sldMk cId="0" sldId="257"/>
            <ac:spMk id="42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419" v="117" actId="27636"/>
          <ac:spMkLst>
            <pc:docMk/>
            <pc:sldMk cId="0" sldId="257"/>
            <ac:spMk id="4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419" v="111" actId="27636"/>
          <ac:spMkLst>
            <pc:docMk/>
            <pc:sldMk cId="0" sldId="257"/>
            <ac:spMk id="4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419" v="116" actId="27636"/>
          <ac:spMkLst>
            <pc:docMk/>
            <pc:sldMk cId="0" sldId="257"/>
            <ac:spMk id="46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419" v="114" actId="27636"/>
          <ac:spMkLst>
            <pc:docMk/>
            <pc:sldMk cId="0" sldId="257"/>
            <ac:spMk id="47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99" v="100" actId="27636"/>
          <ac:spMkLst>
            <pc:docMk/>
            <pc:sldMk cId="0" sldId="257"/>
            <ac:spMk id="49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415" v="109" actId="27636"/>
          <ac:spMkLst>
            <pc:docMk/>
            <pc:sldMk cId="0" sldId="257"/>
            <ac:spMk id="50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419" v="112" actId="27636"/>
          <ac:spMkLst>
            <pc:docMk/>
            <pc:sldMk cId="0" sldId="257"/>
            <ac:spMk id="52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419" v="119" actId="27636"/>
          <ac:spMkLst>
            <pc:docMk/>
            <pc:sldMk cId="0" sldId="257"/>
            <ac:spMk id="5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84" v="88" actId="27636"/>
          <ac:spMkLst>
            <pc:docMk/>
            <pc:sldMk cId="0" sldId="257"/>
            <ac:spMk id="55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84" v="89" actId="27636"/>
          <ac:spMkLst>
            <pc:docMk/>
            <pc:sldMk cId="0" sldId="257"/>
            <ac:spMk id="56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79" v="87" actId="27636"/>
          <ac:spMkLst>
            <pc:docMk/>
            <pc:sldMk cId="0" sldId="257"/>
            <ac:spMk id="58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99" v="98" actId="27636"/>
          <ac:spMkLst>
            <pc:docMk/>
            <pc:sldMk cId="0" sldId="257"/>
            <ac:spMk id="59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84" v="90" actId="27636"/>
          <ac:spMkLst>
            <pc:docMk/>
            <pc:sldMk cId="0" sldId="257"/>
            <ac:spMk id="61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84" v="92" actId="27636"/>
          <ac:spMkLst>
            <pc:docMk/>
            <pc:sldMk cId="0" sldId="257"/>
            <ac:spMk id="62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6:27.406" v="5" actId="27636"/>
          <ac:spMkLst>
            <pc:docMk/>
            <pc:sldMk cId="0" sldId="257"/>
            <ac:spMk id="6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94" v="96" actId="27636"/>
          <ac:spMkLst>
            <pc:docMk/>
            <pc:sldMk cId="0" sldId="257"/>
            <ac:spMk id="65" creationId="{00000000-0000-0000-0000-000000000000}"/>
          </ac:spMkLst>
        </pc:spChg>
      </pc:sldChg>
      <pc:sldChg chg="modSp mod">
        <pc:chgData name="Elena Manovska" userId="724bbea9-0098-4c06-9cf8-09fff7ffcdfe" providerId="ADAL" clId="{11C12ACA-8D28-48F0-A00B-09F242ECE6D9}" dt="2026-09-29T08:59:04.457" v="127" actId="27636"/>
        <pc:sldMkLst>
          <pc:docMk/>
          <pc:sldMk cId="0" sldId="258"/>
        </pc:sldMkLst>
        <pc:spChg chg="mod">
          <ac:chgData name="Elena Manovska" userId="724bbea9-0098-4c06-9cf8-09fff7ffcdfe" providerId="ADAL" clId="{11C12ACA-8D28-48F0-A00B-09F242ECE6D9}" dt="2026-09-29T08:59:04.449" v="125" actId="27636"/>
          <ac:spMkLst>
            <pc:docMk/>
            <pc:sldMk cId="0" sldId="258"/>
            <ac:spMk id="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449" v="124" actId="27636"/>
          <ac:spMkLst>
            <pc:docMk/>
            <pc:sldMk cId="0" sldId="258"/>
            <ac:spMk id="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442" v="120" actId="27636"/>
          <ac:spMkLst>
            <pc:docMk/>
            <pc:sldMk cId="0" sldId="258"/>
            <ac:spMk id="7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449" v="126" actId="27636"/>
          <ac:spMkLst>
            <pc:docMk/>
            <pc:sldMk cId="0" sldId="258"/>
            <ac:spMk id="8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457" v="127" actId="2763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446" v="122" actId="2763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449" v="123" actId="27636"/>
          <ac:spMkLst>
            <pc:docMk/>
            <pc:sldMk cId="0" sldId="258"/>
            <ac:spMk id="29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6:31.088" v="7" actId="27636"/>
          <ac:spMkLst>
            <pc:docMk/>
            <pc:sldMk cId="0" sldId="258"/>
            <ac:spMk id="32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442" v="121" actId="27636"/>
          <ac:spMkLst>
            <pc:docMk/>
            <pc:sldMk cId="0" sldId="258"/>
            <ac:spMk id="33" creationId="{00000000-0000-0000-0000-000000000000}"/>
          </ac:spMkLst>
        </pc:spChg>
      </pc:sldChg>
      <pc:sldChg chg="modSp mod">
        <pc:chgData name="Elena Manovska" userId="724bbea9-0098-4c06-9cf8-09fff7ffcdfe" providerId="ADAL" clId="{11C12ACA-8D28-48F0-A00B-09F242ECE6D9}" dt="2026-09-29T08:59:04.488" v="137" actId="27636"/>
        <pc:sldMkLst>
          <pc:docMk/>
          <pc:sldMk cId="0" sldId="259"/>
        </pc:sldMkLst>
        <pc:spChg chg="mod">
          <ac:chgData name="Elena Manovska" userId="724bbea9-0098-4c06-9cf8-09fff7ffcdfe" providerId="ADAL" clId="{11C12ACA-8D28-48F0-A00B-09F242ECE6D9}" dt="2026-09-29T08:59:04.488" v="136" actId="27636"/>
          <ac:spMkLst>
            <pc:docMk/>
            <pc:sldMk cId="0" sldId="259"/>
            <ac:spMk id="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470" v="130" actId="27636"/>
          <ac:spMkLst>
            <pc:docMk/>
            <pc:sldMk cId="0" sldId="259"/>
            <ac:spMk id="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488" v="137" actId="27636"/>
          <ac:spMkLst>
            <pc:docMk/>
            <pc:sldMk cId="0" sldId="259"/>
            <ac:spMk id="19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478" v="132" actId="2763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483" v="134" actId="2763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483" v="133" actId="27636"/>
          <ac:spMkLst>
            <pc:docMk/>
            <pc:sldMk cId="0" sldId="259"/>
            <ac:spMk id="22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470" v="129" actId="27636"/>
          <ac:spMkLst>
            <pc:docMk/>
            <pc:sldMk cId="0" sldId="259"/>
            <ac:spMk id="2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468" v="128" actId="27636"/>
          <ac:spMkLst>
            <pc:docMk/>
            <pc:sldMk cId="0" sldId="259"/>
            <ac:spMk id="2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475" v="131" actId="27636"/>
          <ac:spMkLst>
            <pc:docMk/>
            <pc:sldMk cId="0" sldId="259"/>
            <ac:spMk id="25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6:37.072" v="11" actId="20577"/>
          <ac:spMkLst>
            <pc:docMk/>
            <pc:sldMk cId="0" sldId="259"/>
            <ac:spMk id="26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485" v="135" actId="27636"/>
          <ac:spMkLst>
            <pc:docMk/>
            <pc:sldMk cId="0" sldId="259"/>
            <ac:spMk id="27" creationId="{00000000-0000-0000-0000-000000000000}"/>
          </ac:spMkLst>
        </pc:spChg>
      </pc:sldChg>
      <pc:sldChg chg="modSp mod">
        <pc:chgData name="Elena Manovska" userId="724bbea9-0098-4c06-9cf8-09fff7ffcdfe" providerId="ADAL" clId="{11C12ACA-8D28-48F0-A00B-09F242ECE6D9}" dt="2026-09-29T08:59:04.517" v="145" actId="27636"/>
        <pc:sldMkLst>
          <pc:docMk/>
          <pc:sldMk cId="0" sldId="260"/>
        </pc:sldMkLst>
        <pc:spChg chg="mod">
          <ac:chgData name="Elena Manovska" userId="724bbea9-0098-4c06-9cf8-09fff7ffcdfe" providerId="ADAL" clId="{11C12ACA-8D28-48F0-A00B-09F242ECE6D9}" dt="2026-09-29T08:59:04.496" v="140" actId="27636"/>
          <ac:spMkLst>
            <pc:docMk/>
            <pc:sldMk cId="0" sldId="260"/>
            <ac:spMk id="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513" v="143" actId="27636"/>
          <ac:spMkLst>
            <pc:docMk/>
            <pc:sldMk cId="0" sldId="260"/>
            <ac:spMk id="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517" v="145" actId="27636"/>
          <ac:spMkLst>
            <pc:docMk/>
            <pc:sldMk cId="0" sldId="260"/>
            <ac:spMk id="8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496" v="139" actId="2763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496" v="141" actId="2763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511" v="142" actId="27636"/>
          <ac:spMkLst>
            <pc:docMk/>
            <pc:sldMk cId="0" sldId="260"/>
            <ac:spMk id="1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515" v="144" actId="2763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6:41.838" v="13" actId="27636"/>
          <ac:spMkLst>
            <pc:docMk/>
            <pc:sldMk cId="0" sldId="260"/>
            <ac:spMk id="10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496" v="138" actId="27636"/>
          <ac:spMkLst>
            <pc:docMk/>
            <pc:sldMk cId="0" sldId="260"/>
            <ac:spMk id="105" creationId="{00000000-0000-0000-0000-000000000000}"/>
          </ac:spMkLst>
        </pc:spChg>
      </pc:sldChg>
      <pc:sldChg chg="modSp mod">
        <pc:chgData name="Elena Manovska" userId="724bbea9-0098-4c06-9cf8-09fff7ffcdfe" providerId="ADAL" clId="{11C12ACA-8D28-48F0-A00B-09F242ECE6D9}" dt="2026-09-29T08:59:04.553" v="158" actId="27636"/>
        <pc:sldMkLst>
          <pc:docMk/>
          <pc:sldMk cId="0" sldId="261"/>
        </pc:sldMkLst>
        <pc:spChg chg="mod">
          <ac:chgData name="Elena Manovska" userId="724bbea9-0098-4c06-9cf8-09fff7ffcdfe" providerId="ADAL" clId="{11C12ACA-8D28-48F0-A00B-09F242ECE6D9}" dt="2026-09-29T08:59:04.536" v="148" actId="27636"/>
          <ac:spMkLst>
            <pc:docMk/>
            <pc:sldMk cId="0" sldId="261"/>
            <ac:spMk id="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534" v="147" actId="27636"/>
          <ac:spMkLst>
            <pc:docMk/>
            <pc:sldMk cId="0" sldId="261"/>
            <ac:spMk id="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540" v="150" actId="27636"/>
          <ac:spMkLst>
            <pc:docMk/>
            <pc:sldMk cId="0" sldId="261"/>
            <ac:spMk id="7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543" v="152" actId="27636"/>
          <ac:spMkLst>
            <pc:docMk/>
            <pc:sldMk cId="0" sldId="261"/>
            <ac:spMk id="8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547" v="154" actId="27636"/>
          <ac:spMkLst>
            <pc:docMk/>
            <pc:sldMk cId="0" sldId="261"/>
            <ac:spMk id="17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541" v="151" actId="27636"/>
          <ac:spMkLst>
            <pc:docMk/>
            <pc:sldMk cId="0" sldId="261"/>
            <ac:spMk id="19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549" v="155" actId="27636"/>
          <ac:spMkLst>
            <pc:docMk/>
            <pc:sldMk cId="0" sldId="261"/>
            <ac:spMk id="20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551" v="156" actId="27636"/>
          <ac:spMkLst>
            <pc:docMk/>
            <pc:sldMk cId="0" sldId="261"/>
            <ac:spMk id="29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553" v="158" actId="27636"/>
          <ac:spMkLst>
            <pc:docMk/>
            <pc:sldMk cId="0" sldId="261"/>
            <ac:spMk id="31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553" v="157" actId="27636"/>
          <ac:spMkLst>
            <pc:docMk/>
            <pc:sldMk cId="0" sldId="261"/>
            <ac:spMk id="32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530" v="146" actId="27636"/>
          <ac:spMkLst>
            <pc:docMk/>
            <pc:sldMk cId="0" sldId="261"/>
            <ac:spMk id="41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538" v="149" actId="27636"/>
          <ac:spMkLst>
            <pc:docMk/>
            <pc:sldMk cId="0" sldId="261"/>
            <ac:spMk id="4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6:47.820" v="17" actId="20577"/>
          <ac:spMkLst>
            <pc:docMk/>
            <pc:sldMk cId="0" sldId="261"/>
            <ac:spMk id="46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545" v="153" actId="27636"/>
          <ac:spMkLst>
            <pc:docMk/>
            <pc:sldMk cId="0" sldId="261"/>
            <ac:spMk id="47" creationId="{00000000-0000-0000-0000-000000000000}"/>
          </ac:spMkLst>
        </pc:spChg>
      </pc:sldChg>
      <pc:sldChg chg="modSp mod">
        <pc:chgData name="Elena Manovska" userId="724bbea9-0098-4c06-9cf8-09fff7ffcdfe" providerId="ADAL" clId="{11C12ACA-8D28-48F0-A00B-09F242ECE6D9}" dt="2026-09-29T08:59:04.604" v="166" actId="27636"/>
        <pc:sldMkLst>
          <pc:docMk/>
          <pc:sldMk cId="0" sldId="262"/>
        </pc:sldMkLst>
        <pc:spChg chg="mod">
          <ac:chgData name="Elena Manovska" userId="724bbea9-0098-4c06-9cf8-09fff7ffcdfe" providerId="ADAL" clId="{11C12ACA-8D28-48F0-A00B-09F242ECE6D9}" dt="2026-09-29T08:59:04.593" v="160" actId="27636"/>
          <ac:spMkLst>
            <pc:docMk/>
            <pc:sldMk cId="0" sldId="262"/>
            <ac:spMk id="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604" v="166" actId="27636"/>
          <ac:spMkLst>
            <pc:docMk/>
            <pc:sldMk cId="0" sldId="262"/>
            <ac:spMk id="7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593" v="162" actId="2763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604" v="165" actId="2763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593" v="163" actId="27636"/>
          <ac:spMkLst>
            <pc:docMk/>
            <pc:sldMk cId="0" sldId="262"/>
            <ac:spMk id="19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593" v="159" actId="27636"/>
          <ac:spMkLst>
            <pc:docMk/>
            <pc:sldMk cId="0" sldId="262"/>
            <ac:spMk id="2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593" v="161" actId="27636"/>
          <ac:spMkLst>
            <pc:docMk/>
            <pc:sldMk cId="0" sldId="262"/>
            <ac:spMk id="27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6:52.354" v="19" actId="27636"/>
          <ac:spMkLst>
            <pc:docMk/>
            <pc:sldMk cId="0" sldId="262"/>
            <ac:spMk id="29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604" v="164" actId="27636"/>
          <ac:spMkLst>
            <pc:docMk/>
            <pc:sldMk cId="0" sldId="262"/>
            <ac:spMk id="30" creationId="{00000000-0000-0000-0000-000000000000}"/>
          </ac:spMkLst>
        </pc:spChg>
      </pc:sldChg>
      <pc:sldChg chg="modSp mod">
        <pc:chgData name="Elena Manovska" userId="724bbea9-0098-4c06-9cf8-09fff7ffcdfe" providerId="ADAL" clId="{11C12ACA-8D28-48F0-A00B-09F242ECE6D9}" dt="2026-09-29T08:59:04.624" v="169" actId="27636"/>
        <pc:sldMkLst>
          <pc:docMk/>
          <pc:sldMk cId="0" sldId="263"/>
        </pc:sldMkLst>
        <pc:spChg chg="mod">
          <ac:chgData name="Elena Manovska" userId="724bbea9-0098-4c06-9cf8-09fff7ffcdfe" providerId="ADAL" clId="{11C12ACA-8D28-48F0-A00B-09F242ECE6D9}" dt="2026-09-29T08:59:04.624" v="169" actId="27636"/>
          <ac:spMkLst>
            <pc:docMk/>
            <pc:sldMk cId="0" sldId="263"/>
            <ac:spMk id="5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620" v="167" actId="27636"/>
          <ac:spMkLst>
            <pc:docMk/>
            <pc:sldMk cId="0" sldId="263"/>
            <ac:spMk id="6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6:58.933" v="23" actId="20577"/>
          <ac:spMkLst>
            <pc:docMk/>
            <pc:sldMk cId="0" sldId="263"/>
            <ac:spMk id="8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622" v="168" actId="27636"/>
          <ac:spMkLst>
            <pc:docMk/>
            <pc:sldMk cId="0" sldId="263"/>
            <ac:spMk id="9" creationId="{00000000-0000-0000-0000-000000000000}"/>
          </ac:spMkLst>
        </pc:spChg>
      </pc:sldChg>
      <pc:sldChg chg="modSp mod">
        <pc:chgData name="Elena Manovska" userId="724bbea9-0098-4c06-9cf8-09fff7ffcdfe" providerId="ADAL" clId="{11C12ACA-8D28-48F0-A00B-09F242ECE6D9}" dt="2026-09-29T09:42:41.448" v="416" actId="313"/>
        <pc:sldMkLst>
          <pc:docMk/>
          <pc:sldMk cId="0" sldId="264"/>
        </pc:sldMkLst>
        <pc:spChg chg="mod">
          <ac:chgData name="Elena Manovska" userId="724bbea9-0098-4c06-9cf8-09fff7ffcdfe" providerId="ADAL" clId="{11C12ACA-8D28-48F0-A00B-09F242ECE6D9}" dt="2026-09-29T08:59:04.663" v="178" actId="27636"/>
          <ac:spMkLst>
            <pc:docMk/>
            <pc:sldMk cId="0" sldId="264"/>
            <ac:spMk id="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659" v="176" actId="27636"/>
          <ac:spMkLst>
            <pc:docMk/>
            <pc:sldMk cId="0" sldId="264"/>
            <ac:spMk id="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666" v="179" actId="27636"/>
          <ac:spMkLst>
            <pc:docMk/>
            <pc:sldMk cId="0" sldId="264"/>
            <ac:spMk id="7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652" v="175" actId="27636"/>
          <ac:spMkLst>
            <pc:docMk/>
            <pc:sldMk cId="0" sldId="264"/>
            <ac:spMk id="8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649" v="174" actId="27636"/>
          <ac:spMkLst>
            <pc:docMk/>
            <pc:sldMk cId="0" sldId="264"/>
            <ac:spMk id="1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643" v="173" actId="27636"/>
          <ac:spMkLst>
            <pc:docMk/>
            <pc:sldMk cId="0" sldId="264"/>
            <ac:spMk id="1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9:42:41.448" v="416" actId="313"/>
          <ac:spMkLst>
            <pc:docMk/>
            <pc:sldMk cId="0" sldId="264"/>
            <ac:spMk id="15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659" v="177" actId="27636"/>
          <ac:spMkLst>
            <pc:docMk/>
            <pc:sldMk cId="0" sldId="264"/>
            <ac:spMk id="19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641" v="172" actId="27636"/>
          <ac:spMkLst>
            <pc:docMk/>
            <pc:sldMk cId="0" sldId="264"/>
            <ac:spMk id="20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638" v="171" actId="27636"/>
          <ac:spMkLst>
            <pc:docMk/>
            <pc:sldMk cId="0" sldId="264"/>
            <ac:spMk id="25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7:04.225" v="25" actId="27636"/>
          <ac:spMkLst>
            <pc:docMk/>
            <pc:sldMk cId="0" sldId="264"/>
            <ac:spMk id="28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634" v="170" actId="27636"/>
          <ac:spMkLst>
            <pc:docMk/>
            <pc:sldMk cId="0" sldId="264"/>
            <ac:spMk id="29" creationId="{00000000-0000-0000-0000-000000000000}"/>
          </ac:spMkLst>
        </pc:spChg>
      </pc:sldChg>
      <pc:sldChg chg="modSp mod">
        <pc:chgData name="Elena Manovska" userId="724bbea9-0098-4c06-9cf8-09fff7ffcdfe" providerId="ADAL" clId="{11C12ACA-8D28-48F0-A00B-09F242ECE6D9}" dt="2026-09-29T08:59:04.694" v="182" actId="27636"/>
        <pc:sldMkLst>
          <pc:docMk/>
          <pc:sldMk cId="0" sldId="265"/>
        </pc:sldMkLst>
        <pc:spChg chg="mod">
          <ac:chgData name="Elena Manovska" userId="724bbea9-0098-4c06-9cf8-09fff7ffcdfe" providerId="ADAL" clId="{11C12ACA-8D28-48F0-A00B-09F242ECE6D9}" dt="2026-09-29T08:59:04.691" v="181" actId="27636"/>
          <ac:spMkLst>
            <pc:docMk/>
            <pc:sldMk cId="0" sldId="265"/>
            <ac:spMk id="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687" v="180" actId="27636"/>
          <ac:spMkLst>
            <pc:docMk/>
            <pc:sldMk cId="0" sldId="265"/>
            <ac:spMk id="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7:10.965" v="29" actId="20577"/>
          <ac:spMkLst>
            <pc:docMk/>
            <pc:sldMk cId="0" sldId="265"/>
            <ac:spMk id="3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694" v="182" actId="27636"/>
          <ac:spMkLst>
            <pc:docMk/>
            <pc:sldMk cId="0" sldId="265"/>
            <ac:spMk id="35" creationId="{00000000-0000-0000-0000-000000000000}"/>
          </ac:spMkLst>
        </pc:spChg>
      </pc:sldChg>
      <pc:sldChg chg="modSp mod">
        <pc:chgData name="Elena Manovska" userId="724bbea9-0098-4c06-9cf8-09fff7ffcdfe" providerId="ADAL" clId="{11C12ACA-8D28-48F0-A00B-09F242ECE6D9}" dt="2026-09-29T08:59:04.735" v="192" actId="27636"/>
        <pc:sldMkLst>
          <pc:docMk/>
          <pc:sldMk cId="0" sldId="266"/>
        </pc:sldMkLst>
        <pc:spChg chg="mod">
          <ac:chgData name="Elena Manovska" userId="724bbea9-0098-4c06-9cf8-09fff7ffcdfe" providerId="ADAL" clId="{11C12ACA-8D28-48F0-A00B-09F242ECE6D9}" dt="2026-09-29T08:59:04.717" v="186" actId="27636"/>
          <ac:spMkLst>
            <pc:docMk/>
            <pc:sldMk cId="0" sldId="266"/>
            <ac:spMk id="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715" v="184" actId="27636"/>
          <ac:spMkLst>
            <pc:docMk/>
            <pc:sldMk cId="0" sldId="266"/>
            <ac:spMk id="6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735" v="191" actId="27636"/>
          <ac:spMkLst>
            <pc:docMk/>
            <pc:sldMk cId="0" sldId="266"/>
            <ac:spMk id="7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731" v="189" actId="27636"/>
          <ac:spMkLst>
            <pc:docMk/>
            <pc:sldMk cId="0" sldId="266"/>
            <ac:spMk id="9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735" v="192" actId="2763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717" v="188" actId="27636"/>
          <ac:spMkLst>
            <pc:docMk/>
            <pc:sldMk cId="0" sldId="266"/>
            <ac:spMk id="11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717" v="187" actId="27636"/>
          <ac:spMkLst>
            <pc:docMk/>
            <pc:sldMk cId="0" sldId="266"/>
            <ac:spMk id="19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717" v="185" actId="27636"/>
          <ac:spMkLst>
            <pc:docMk/>
            <pc:sldMk cId="0" sldId="266"/>
            <ac:spMk id="21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735" v="190" actId="27636"/>
          <ac:spMkLst>
            <pc:docMk/>
            <pc:sldMk cId="0" sldId="266"/>
            <ac:spMk id="4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7:15.664" v="31" actId="27636"/>
          <ac:spMkLst>
            <pc:docMk/>
            <pc:sldMk cId="0" sldId="266"/>
            <ac:spMk id="45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704" v="183" actId="27636"/>
          <ac:spMkLst>
            <pc:docMk/>
            <pc:sldMk cId="0" sldId="266"/>
            <ac:spMk id="46" creationId="{00000000-0000-0000-0000-000000000000}"/>
          </ac:spMkLst>
        </pc:spChg>
      </pc:sldChg>
      <pc:sldChg chg="modSp mod">
        <pc:chgData name="Elena Manovska" userId="724bbea9-0098-4c06-9cf8-09fff7ffcdfe" providerId="ADAL" clId="{11C12ACA-8D28-48F0-A00B-09F242ECE6D9}" dt="2026-09-29T08:59:04.778" v="200" actId="27636"/>
        <pc:sldMkLst>
          <pc:docMk/>
          <pc:sldMk cId="0" sldId="267"/>
        </pc:sldMkLst>
        <pc:spChg chg="mod">
          <ac:chgData name="Elena Manovska" userId="724bbea9-0098-4c06-9cf8-09fff7ffcdfe" providerId="ADAL" clId="{11C12ACA-8D28-48F0-A00B-09F242ECE6D9}" dt="2026-09-29T08:59:04.762" v="198" actId="27636"/>
          <ac:spMkLst>
            <pc:docMk/>
            <pc:sldMk cId="0" sldId="267"/>
            <ac:spMk id="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762" v="197" actId="27636"/>
          <ac:spMkLst>
            <pc:docMk/>
            <pc:sldMk cId="0" sldId="267"/>
            <ac:spMk id="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762" v="196" actId="27636"/>
          <ac:spMkLst>
            <pc:docMk/>
            <pc:sldMk cId="0" sldId="267"/>
            <ac:spMk id="6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778" v="200" actId="27636"/>
          <ac:spMkLst>
            <pc:docMk/>
            <pc:sldMk cId="0" sldId="267"/>
            <ac:spMk id="8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762" v="195" actId="2763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762" v="194" actId="27636"/>
          <ac:spMkLst>
            <pc:docMk/>
            <pc:sldMk cId="0" sldId="267"/>
            <ac:spMk id="12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762" v="193" actId="27636"/>
          <ac:spMkLst>
            <pc:docMk/>
            <pc:sldMk cId="0" sldId="267"/>
            <ac:spMk id="1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7:19.979" v="33" actId="27636"/>
          <ac:spMkLst>
            <pc:docMk/>
            <pc:sldMk cId="0" sldId="267"/>
            <ac:spMk id="8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778" v="199" actId="27636"/>
          <ac:spMkLst>
            <pc:docMk/>
            <pc:sldMk cId="0" sldId="267"/>
            <ac:spMk id="84" creationId="{00000000-0000-0000-0000-000000000000}"/>
          </ac:spMkLst>
        </pc:spChg>
      </pc:sldChg>
      <pc:sldChg chg="modSp mod">
        <pc:chgData name="Elena Manovska" userId="724bbea9-0098-4c06-9cf8-09fff7ffcdfe" providerId="ADAL" clId="{11C12ACA-8D28-48F0-A00B-09F242ECE6D9}" dt="2026-09-29T09:42:18.103" v="406" actId="313"/>
        <pc:sldMkLst>
          <pc:docMk/>
          <pc:sldMk cId="0" sldId="268"/>
        </pc:sldMkLst>
        <pc:spChg chg="mod">
          <ac:chgData name="Elena Manovska" userId="724bbea9-0098-4c06-9cf8-09fff7ffcdfe" providerId="ADAL" clId="{11C12ACA-8D28-48F0-A00B-09F242ECE6D9}" dt="2026-09-29T08:59:04.812" v="210" actId="27636"/>
          <ac:spMkLst>
            <pc:docMk/>
            <pc:sldMk cId="0" sldId="268"/>
            <ac:spMk id="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14" v="215" actId="27636"/>
          <ac:spMkLst>
            <pc:docMk/>
            <pc:sldMk cId="0" sldId="268"/>
            <ac:spMk id="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10" v="209" actId="27636"/>
          <ac:spMkLst>
            <pc:docMk/>
            <pc:sldMk cId="0" sldId="268"/>
            <ac:spMk id="6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14" v="214" actId="27636"/>
          <ac:spMkLst>
            <pc:docMk/>
            <pc:sldMk cId="0" sldId="268"/>
            <ac:spMk id="7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04" v="204" actId="27636"/>
          <ac:spMkLst>
            <pc:docMk/>
            <pc:sldMk cId="0" sldId="268"/>
            <ac:spMk id="9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08" v="208" actId="27636"/>
          <ac:spMkLst>
            <pc:docMk/>
            <pc:sldMk cId="0" sldId="268"/>
            <ac:spMk id="10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00" v="202" actId="2763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06" v="206" actId="27636"/>
          <ac:spMkLst>
            <pc:docMk/>
            <pc:sldMk cId="0" sldId="268"/>
            <ac:spMk id="1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14" v="211" actId="27636"/>
          <ac:spMkLst>
            <pc:docMk/>
            <pc:sldMk cId="0" sldId="268"/>
            <ac:spMk id="15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14" v="213" actId="27636"/>
          <ac:spMkLst>
            <pc:docMk/>
            <pc:sldMk cId="0" sldId="268"/>
            <ac:spMk id="16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14" v="212" actId="27636"/>
          <ac:spMkLst>
            <pc:docMk/>
            <pc:sldMk cId="0" sldId="268"/>
            <ac:spMk id="19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02" v="203" actId="27636"/>
          <ac:spMkLst>
            <pc:docMk/>
            <pc:sldMk cId="0" sldId="268"/>
            <ac:spMk id="20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798" v="201" actId="27636"/>
          <ac:spMkLst>
            <pc:docMk/>
            <pc:sldMk cId="0" sldId="268"/>
            <ac:spMk id="2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9:42:18.103" v="406" actId="313"/>
          <ac:spMkLst>
            <pc:docMk/>
            <pc:sldMk cId="0" sldId="268"/>
            <ac:spMk id="25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08" v="207" actId="27636"/>
          <ac:spMkLst>
            <pc:docMk/>
            <pc:sldMk cId="0" sldId="268"/>
            <ac:spMk id="26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04" v="205" actId="27636"/>
          <ac:spMkLst>
            <pc:docMk/>
            <pc:sldMk cId="0" sldId="268"/>
            <ac:spMk id="27" creationId="{00000000-0000-0000-0000-000000000000}"/>
          </ac:spMkLst>
        </pc:spChg>
      </pc:sldChg>
      <pc:sldChg chg="modSp mod modNotesTx">
        <pc:chgData name="Elena Manovska" userId="724bbea9-0098-4c06-9cf8-09fff7ffcdfe" providerId="ADAL" clId="{11C12ACA-8D28-48F0-A00B-09F242ECE6D9}" dt="2026-09-29T09:42:30.977" v="411" actId="313"/>
        <pc:sldMkLst>
          <pc:docMk/>
          <pc:sldMk cId="0" sldId="269"/>
        </pc:sldMkLst>
        <pc:spChg chg="mod">
          <ac:chgData name="Elena Manovska" userId="724bbea9-0098-4c06-9cf8-09fff7ffcdfe" providerId="ADAL" clId="{11C12ACA-8D28-48F0-A00B-09F242ECE6D9}" dt="2026-09-29T08:59:04.826" v="222" actId="27636"/>
          <ac:spMkLst>
            <pc:docMk/>
            <pc:sldMk cId="0" sldId="269"/>
            <ac:spMk id="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9:42:19.654" v="407" actId="313"/>
          <ac:spMkLst>
            <pc:docMk/>
            <pc:sldMk cId="0" sldId="269"/>
            <ac:spMk id="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9:42:24.405" v="408" actId="313"/>
          <ac:spMkLst>
            <pc:docMk/>
            <pc:sldMk cId="0" sldId="269"/>
            <ac:spMk id="5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26" v="217" actId="27636"/>
          <ac:spMkLst>
            <pc:docMk/>
            <pc:sldMk cId="0" sldId="269"/>
            <ac:spMk id="7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43" v="225" actId="27636"/>
          <ac:spMkLst>
            <pc:docMk/>
            <pc:sldMk cId="0" sldId="269"/>
            <ac:spMk id="9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26" v="218" actId="27636"/>
          <ac:spMkLst>
            <pc:docMk/>
            <pc:sldMk cId="0" sldId="269"/>
            <ac:spMk id="11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26" v="219" actId="27636"/>
          <ac:spMkLst>
            <pc:docMk/>
            <pc:sldMk cId="0" sldId="269"/>
            <ac:spMk id="1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46" v="227" actId="27636"/>
          <ac:spMkLst>
            <pc:docMk/>
            <pc:sldMk cId="0" sldId="269"/>
            <ac:spMk id="15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26" v="216" actId="27636"/>
          <ac:spMkLst>
            <pc:docMk/>
            <pc:sldMk cId="0" sldId="269"/>
            <ac:spMk id="16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9:42:27.030" v="409" actId="313"/>
          <ac:spMkLst>
            <pc:docMk/>
            <pc:sldMk cId="0" sldId="269"/>
            <ac:spMk id="17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43" v="224" actId="27636"/>
          <ac:spMkLst>
            <pc:docMk/>
            <pc:sldMk cId="0" sldId="269"/>
            <ac:spMk id="18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9:42:28.614" v="410" actId="313"/>
          <ac:spMkLst>
            <pc:docMk/>
            <pc:sldMk cId="0" sldId="269"/>
            <ac:spMk id="19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26" v="220" actId="27636"/>
          <ac:spMkLst>
            <pc:docMk/>
            <pc:sldMk cId="0" sldId="269"/>
            <ac:spMk id="20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46" v="226" actId="27636"/>
          <ac:spMkLst>
            <pc:docMk/>
            <pc:sldMk cId="0" sldId="269"/>
            <ac:spMk id="22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8:00.634" v="36" actId="20577"/>
          <ac:spMkLst>
            <pc:docMk/>
            <pc:sldMk cId="0" sldId="269"/>
            <ac:spMk id="25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26" v="221" actId="27636"/>
          <ac:spMkLst>
            <pc:docMk/>
            <pc:sldMk cId="0" sldId="269"/>
            <ac:spMk id="26" creationId="{00000000-0000-0000-0000-000000000000}"/>
          </ac:spMkLst>
        </pc:spChg>
      </pc:sldChg>
      <pc:sldChg chg="modSp mod">
        <pc:chgData name="Elena Manovska" userId="724bbea9-0098-4c06-9cf8-09fff7ffcdfe" providerId="ADAL" clId="{11C12ACA-8D28-48F0-A00B-09F242ECE6D9}" dt="2026-09-29T08:59:04.905" v="265" actId="27636"/>
        <pc:sldMkLst>
          <pc:docMk/>
          <pc:sldMk cId="0" sldId="270"/>
        </pc:sldMkLst>
        <pc:spChg chg="mod">
          <ac:chgData name="Elena Manovska" userId="724bbea9-0098-4c06-9cf8-09fff7ffcdfe" providerId="ADAL" clId="{11C12ACA-8D28-48F0-A00B-09F242ECE6D9}" dt="2026-09-29T08:59:04.904" v="264" actId="27636"/>
          <ac:spMkLst>
            <pc:docMk/>
            <pc:sldMk cId="0" sldId="270"/>
            <ac:spMk id="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902" v="262" actId="27636"/>
          <ac:spMkLst>
            <pc:docMk/>
            <pc:sldMk cId="0" sldId="270"/>
            <ac:spMk id="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91" v="254" actId="27636"/>
          <ac:spMkLst>
            <pc:docMk/>
            <pc:sldMk cId="0" sldId="270"/>
            <ac:spMk id="6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902" v="263" actId="27636"/>
          <ac:spMkLst>
            <pc:docMk/>
            <pc:sldMk cId="0" sldId="270"/>
            <ac:spMk id="7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905" v="265" actId="27636"/>
          <ac:spMkLst>
            <pc:docMk/>
            <pc:sldMk cId="0" sldId="270"/>
            <ac:spMk id="9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88" v="251" actId="27636"/>
          <ac:spMkLst>
            <pc:docMk/>
            <pc:sldMk cId="0" sldId="270"/>
            <ac:spMk id="10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79" v="245" actId="27636"/>
          <ac:spMkLst>
            <pc:docMk/>
            <pc:sldMk cId="0" sldId="270"/>
            <ac:spMk id="12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57" v="230" actId="27636"/>
          <ac:spMkLst>
            <pc:docMk/>
            <pc:sldMk cId="0" sldId="270"/>
            <ac:spMk id="1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57" v="228" actId="27636"/>
          <ac:spMkLst>
            <pc:docMk/>
            <pc:sldMk cId="0" sldId="270"/>
            <ac:spMk id="15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84" v="248" actId="27636"/>
          <ac:spMkLst>
            <pc:docMk/>
            <pc:sldMk cId="0" sldId="270"/>
            <ac:spMk id="16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96" v="258" actId="27636"/>
          <ac:spMkLst>
            <pc:docMk/>
            <pc:sldMk cId="0" sldId="270"/>
            <ac:spMk id="18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98" v="260" actId="27636"/>
          <ac:spMkLst>
            <pc:docMk/>
            <pc:sldMk cId="0" sldId="270"/>
            <ac:spMk id="19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93" v="255" actId="27636"/>
          <ac:spMkLst>
            <pc:docMk/>
            <pc:sldMk cId="0" sldId="270"/>
            <ac:spMk id="20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94" v="256" actId="27636"/>
          <ac:spMkLst>
            <pc:docMk/>
            <pc:sldMk cId="0" sldId="270"/>
            <ac:spMk id="21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98" v="259" actId="27636"/>
          <ac:spMkLst>
            <pc:docMk/>
            <pc:sldMk cId="0" sldId="270"/>
            <ac:spMk id="2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900" v="261" actId="27636"/>
          <ac:spMkLst>
            <pc:docMk/>
            <pc:sldMk cId="0" sldId="270"/>
            <ac:spMk id="25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94" v="257" actId="27636"/>
          <ac:spMkLst>
            <pc:docMk/>
            <pc:sldMk cId="0" sldId="270"/>
            <ac:spMk id="28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73" v="243" actId="27636"/>
          <ac:spMkLst>
            <pc:docMk/>
            <pc:sldMk cId="0" sldId="270"/>
            <ac:spMk id="29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67" v="239" actId="27636"/>
          <ac:spMkLst>
            <pc:docMk/>
            <pc:sldMk cId="0" sldId="270"/>
            <ac:spMk id="32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79" v="246" actId="27636"/>
          <ac:spMkLst>
            <pc:docMk/>
            <pc:sldMk cId="0" sldId="270"/>
            <ac:spMk id="3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84" v="247" actId="27636"/>
          <ac:spMkLst>
            <pc:docMk/>
            <pc:sldMk cId="0" sldId="270"/>
            <ac:spMk id="36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57" v="233" actId="27636"/>
          <ac:spMkLst>
            <pc:docMk/>
            <pc:sldMk cId="0" sldId="270"/>
            <ac:spMk id="37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57" v="232" actId="27636"/>
          <ac:spMkLst>
            <pc:docMk/>
            <pc:sldMk cId="0" sldId="270"/>
            <ac:spMk id="40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57" v="229" actId="27636"/>
          <ac:spMkLst>
            <pc:docMk/>
            <pc:sldMk cId="0" sldId="270"/>
            <ac:spMk id="41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73" v="244" actId="27636"/>
          <ac:spMkLst>
            <pc:docMk/>
            <pc:sldMk cId="0" sldId="270"/>
            <ac:spMk id="4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57" v="231" actId="27636"/>
          <ac:spMkLst>
            <pc:docMk/>
            <pc:sldMk cId="0" sldId="270"/>
            <ac:spMk id="45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84" v="249" actId="27636"/>
          <ac:spMkLst>
            <pc:docMk/>
            <pc:sldMk cId="0" sldId="270"/>
            <ac:spMk id="48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73" v="240" actId="27636"/>
          <ac:spMkLst>
            <pc:docMk/>
            <pc:sldMk cId="0" sldId="270"/>
            <ac:spMk id="49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86" v="250" actId="27636"/>
          <ac:spMkLst>
            <pc:docMk/>
            <pc:sldMk cId="0" sldId="270"/>
            <ac:spMk id="51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89" v="252" actId="27636"/>
          <ac:spMkLst>
            <pc:docMk/>
            <pc:sldMk cId="0" sldId="270"/>
            <ac:spMk id="52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57" v="234" actId="27636"/>
          <ac:spMkLst>
            <pc:docMk/>
            <pc:sldMk cId="0" sldId="270"/>
            <ac:spMk id="5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67" v="236" actId="27636"/>
          <ac:spMkLst>
            <pc:docMk/>
            <pc:sldMk cId="0" sldId="270"/>
            <ac:spMk id="55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67" v="235" actId="27636"/>
          <ac:spMkLst>
            <pc:docMk/>
            <pc:sldMk cId="0" sldId="270"/>
            <ac:spMk id="57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73" v="241" actId="27636"/>
          <ac:spMkLst>
            <pc:docMk/>
            <pc:sldMk cId="0" sldId="270"/>
            <ac:spMk id="58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67" v="238" actId="27636"/>
          <ac:spMkLst>
            <pc:docMk/>
            <pc:sldMk cId="0" sldId="270"/>
            <ac:spMk id="59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73" v="242" actId="27636"/>
          <ac:spMkLst>
            <pc:docMk/>
            <pc:sldMk cId="0" sldId="270"/>
            <ac:spMk id="60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67" v="237" actId="27636"/>
          <ac:spMkLst>
            <pc:docMk/>
            <pc:sldMk cId="0" sldId="270"/>
            <ac:spMk id="61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8:05.982" v="38" actId="27636"/>
          <ac:spMkLst>
            <pc:docMk/>
            <pc:sldMk cId="0" sldId="270"/>
            <ac:spMk id="62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889" v="253" actId="27636"/>
          <ac:spMkLst>
            <pc:docMk/>
            <pc:sldMk cId="0" sldId="270"/>
            <ac:spMk id="63" creationId="{00000000-0000-0000-0000-000000000000}"/>
          </ac:spMkLst>
        </pc:spChg>
      </pc:sldChg>
      <pc:sldChg chg="modSp mod">
        <pc:chgData name="Elena Manovska" userId="724bbea9-0098-4c06-9cf8-09fff7ffcdfe" providerId="ADAL" clId="{11C12ACA-8D28-48F0-A00B-09F242ECE6D9}" dt="2026-09-29T08:59:04.923" v="268" actId="27636"/>
        <pc:sldMkLst>
          <pc:docMk/>
          <pc:sldMk cId="0" sldId="271"/>
        </pc:sldMkLst>
        <pc:spChg chg="mod">
          <ac:chgData name="Elena Manovska" userId="724bbea9-0098-4c06-9cf8-09fff7ffcdfe" providerId="ADAL" clId="{11C12ACA-8D28-48F0-A00B-09F242ECE6D9}" dt="2026-09-29T08:59:04.923" v="268" actId="27636"/>
          <ac:spMkLst>
            <pc:docMk/>
            <pc:sldMk cId="0" sldId="271"/>
            <ac:spMk id="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921" v="267" actId="27636"/>
          <ac:spMkLst>
            <pc:docMk/>
            <pc:sldMk cId="0" sldId="271"/>
            <ac:spMk id="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8:09.564" v="40" actId="27636"/>
          <ac:spMkLst>
            <pc:docMk/>
            <pc:sldMk cId="0" sldId="271"/>
            <ac:spMk id="19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909" v="266" actId="27636"/>
          <ac:spMkLst>
            <pc:docMk/>
            <pc:sldMk cId="0" sldId="271"/>
            <ac:spMk id="20" creationId="{00000000-0000-0000-0000-000000000000}"/>
          </ac:spMkLst>
        </pc:spChg>
      </pc:sldChg>
      <pc:sldChg chg="modSp mod">
        <pc:chgData name="Elena Manovska" userId="724bbea9-0098-4c06-9cf8-09fff7ffcdfe" providerId="ADAL" clId="{11C12ACA-8D28-48F0-A00B-09F242ECE6D9}" dt="2026-09-29T08:59:04.936" v="271" actId="27636"/>
        <pc:sldMkLst>
          <pc:docMk/>
          <pc:sldMk cId="0" sldId="272"/>
        </pc:sldMkLst>
        <pc:spChg chg="mod">
          <ac:chgData name="Elena Manovska" userId="724bbea9-0098-4c06-9cf8-09fff7ffcdfe" providerId="ADAL" clId="{11C12ACA-8D28-48F0-A00B-09F242ECE6D9}" dt="2026-09-29T08:59:04.936" v="270" actId="27636"/>
          <ac:spMkLst>
            <pc:docMk/>
            <pc:sldMk cId="0" sldId="272"/>
            <ac:spMk id="5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936" v="271" actId="27636"/>
          <ac:spMkLst>
            <pc:docMk/>
            <pc:sldMk cId="0" sldId="272"/>
            <ac:spMk id="6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8:14.161" v="42" actId="27636"/>
          <ac:spMkLst>
            <pc:docMk/>
            <pc:sldMk cId="0" sldId="272"/>
            <ac:spMk id="8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934" v="269" actId="27636"/>
          <ac:spMkLst>
            <pc:docMk/>
            <pc:sldMk cId="0" sldId="272"/>
            <ac:spMk id="9" creationId="{00000000-0000-0000-0000-000000000000}"/>
          </ac:spMkLst>
        </pc:spChg>
      </pc:sldChg>
      <pc:sldChg chg="modSp mod modNotesTx">
        <pc:chgData name="Elena Manovska" userId="724bbea9-0098-4c06-9cf8-09fff7ffcdfe" providerId="ADAL" clId="{11C12ACA-8D28-48F0-A00B-09F242ECE6D9}" dt="2026-09-29T09:42:37.563" v="414" actId="313"/>
        <pc:sldMkLst>
          <pc:docMk/>
          <pc:sldMk cId="0" sldId="273"/>
        </pc:sldMkLst>
        <pc:spChg chg="mod">
          <ac:chgData name="Elena Manovska" userId="724bbea9-0098-4c06-9cf8-09fff7ffcdfe" providerId="ADAL" clId="{11C12ACA-8D28-48F0-A00B-09F242ECE6D9}" dt="2026-09-29T08:59:04.951" v="273" actId="27636"/>
          <ac:spMkLst>
            <pc:docMk/>
            <pc:sldMk cId="0" sldId="273"/>
            <ac:spMk id="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967" v="280" actId="27636"/>
          <ac:spMkLst>
            <pc:docMk/>
            <pc:sldMk cId="0" sldId="273"/>
            <ac:spMk id="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946" v="272" actId="27636"/>
          <ac:spMkLst>
            <pc:docMk/>
            <pc:sldMk cId="0" sldId="273"/>
            <ac:spMk id="7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973" v="282" actId="27636"/>
          <ac:spMkLst>
            <pc:docMk/>
            <pc:sldMk cId="0" sldId="273"/>
            <ac:spMk id="8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967" v="281" actId="27636"/>
          <ac:spMkLst>
            <pc:docMk/>
            <pc:sldMk cId="0" sldId="273"/>
            <ac:spMk id="11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964" v="279" actId="27636"/>
          <ac:spMkLst>
            <pc:docMk/>
            <pc:sldMk cId="0" sldId="273"/>
            <ac:spMk id="12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9:42:32.664" v="412" actId="313"/>
          <ac:spMkLst>
            <pc:docMk/>
            <pc:sldMk cId="0" sldId="273"/>
            <ac:spMk id="1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960" v="277" actId="27636"/>
          <ac:spMkLst>
            <pc:docMk/>
            <pc:sldMk cId="0" sldId="273"/>
            <ac:spMk id="15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9:42:34.680" v="413" actId="313"/>
          <ac:spMkLst>
            <pc:docMk/>
            <pc:sldMk cId="0" sldId="273"/>
            <ac:spMk id="16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954" v="274" actId="27636"/>
          <ac:spMkLst>
            <pc:docMk/>
            <pc:sldMk cId="0" sldId="273"/>
            <ac:spMk id="18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958" v="276" actId="27636"/>
          <ac:spMkLst>
            <pc:docMk/>
            <pc:sldMk cId="0" sldId="273"/>
            <ac:spMk id="21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958" v="275" actId="27636"/>
          <ac:spMkLst>
            <pc:docMk/>
            <pc:sldMk cId="0" sldId="273"/>
            <ac:spMk id="2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8:17.703" v="44" actId="27636"/>
          <ac:spMkLst>
            <pc:docMk/>
            <pc:sldMk cId="0" sldId="273"/>
            <ac:spMk id="27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962" v="278" actId="27636"/>
          <ac:spMkLst>
            <pc:docMk/>
            <pc:sldMk cId="0" sldId="273"/>
            <ac:spMk id="28" creationId="{00000000-0000-0000-0000-000000000000}"/>
          </ac:spMkLst>
        </pc:spChg>
      </pc:sldChg>
      <pc:sldChg chg="modSp mod">
        <pc:chgData name="Elena Manovska" userId="724bbea9-0098-4c06-9cf8-09fff7ffcdfe" providerId="ADAL" clId="{11C12ACA-8D28-48F0-A00B-09F242ECE6D9}" dt="2026-09-29T08:59:04.987" v="285" actId="27636"/>
        <pc:sldMkLst>
          <pc:docMk/>
          <pc:sldMk cId="0" sldId="274"/>
        </pc:sldMkLst>
        <pc:spChg chg="mod">
          <ac:chgData name="Elena Manovska" userId="724bbea9-0098-4c06-9cf8-09fff7ffcdfe" providerId="ADAL" clId="{11C12ACA-8D28-48F0-A00B-09F242ECE6D9}" dt="2026-09-29T08:59:04.987" v="284" actId="27636"/>
          <ac:spMkLst>
            <pc:docMk/>
            <pc:sldMk cId="0" sldId="274"/>
            <ac:spMk id="5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987" v="285" actId="27636"/>
          <ac:spMkLst>
            <pc:docMk/>
            <pc:sldMk cId="0" sldId="274"/>
            <ac:spMk id="6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8:23.726" v="49" actId="6549"/>
          <ac:spMkLst>
            <pc:docMk/>
            <pc:sldMk cId="0" sldId="274"/>
            <ac:spMk id="8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983" v="283" actId="27636"/>
          <ac:spMkLst>
            <pc:docMk/>
            <pc:sldMk cId="0" sldId="274"/>
            <ac:spMk id="9" creationId="{00000000-0000-0000-0000-000000000000}"/>
          </ac:spMkLst>
        </pc:spChg>
      </pc:sldChg>
      <pc:sldChg chg="modSp mod">
        <pc:chgData name="Elena Manovska" userId="724bbea9-0098-4c06-9cf8-09fff7ffcdfe" providerId="ADAL" clId="{11C12ACA-8D28-48F0-A00B-09F242ECE6D9}" dt="2026-09-29T09:42:38.839" v="415" actId="313"/>
        <pc:sldMkLst>
          <pc:docMk/>
          <pc:sldMk cId="0" sldId="275"/>
        </pc:sldMkLst>
        <pc:spChg chg="mod">
          <ac:chgData name="Elena Manovska" userId="724bbea9-0098-4c06-9cf8-09fff7ffcdfe" providerId="ADAL" clId="{11C12ACA-8D28-48F0-A00B-09F242ECE6D9}" dt="2026-09-29T08:59:04.999" v="289" actId="27636"/>
          <ac:spMkLst>
            <pc:docMk/>
            <pc:sldMk cId="0" sldId="275"/>
            <ac:spMk id="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08" v="296" actId="27636"/>
          <ac:spMkLst>
            <pc:docMk/>
            <pc:sldMk cId="0" sldId="275"/>
            <ac:spMk id="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994" v="286" actId="27636"/>
          <ac:spMkLst>
            <pc:docMk/>
            <pc:sldMk cId="0" sldId="275"/>
            <ac:spMk id="7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08" v="294" actId="27636"/>
          <ac:spMkLst>
            <pc:docMk/>
            <pc:sldMk cId="0" sldId="275"/>
            <ac:spMk id="8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15" v="297" actId="27636"/>
          <ac:spMkLst>
            <pc:docMk/>
            <pc:sldMk cId="0" sldId="275"/>
            <ac:spMk id="11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999" v="291" actId="27636"/>
          <ac:spMkLst>
            <pc:docMk/>
            <pc:sldMk cId="0" sldId="275"/>
            <ac:spMk id="12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08" v="293" actId="27636"/>
          <ac:spMkLst>
            <pc:docMk/>
            <pc:sldMk cId="0" sldId="275"/>
            <ac:spMk id="15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997" v="287" actId="27636"/>
          <ac:spMkLst>
            <pc:docMk/>
            <pc:sldMk cId="0" sldId="275"/>
            <ac:spMk id="16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9:42:38.839" v="415" actId="313"/>
          <ac:spMkLst>
            <pc:docMk/>
            <pc:sldMk cId="0" sldId="275"/>
            <ac:spMk id="17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999" v="290" actId="27636"/>
          <ac:spMkLst>
            <pc:docMk/>
            <pc:sldMk cId="0" sldId="275"/>
            <ac:spMk id="19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999" v="292" actId="27636"/>
          <ac:spMkLst>
            <pc:docMk/>
            <pc:sldMk cId="0" sldId="275"/>
            <ac:spMk id="20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999" v="288" actId="27636"/>
          <ac:spMkLst>
            <pc:docMk/>
            <pc:sldMk cId="0" sldId="275"/>
            <ac:spMk id="2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8:27.541" v="51" actId="27636"/>
          <ac:spMkLst>
            <pc:docMk/>
            <pc:sldMk cId="0" sldId="275"/>
            <ac:spMk id="25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08" v="295" actId="27636"/>
          <ac:spMkLst>
            <pc:docMk/>
            <pc:sldMk cId="0" sldId="275"/>
            <ac:spMk id="26" creationId="{00000000-0000-0000-0000-000000000000}"/>
          </ac:spMkLst>
        </pc:spChg>
      </pc:sldChg>
      <pc:sldChg chg="modSp mod">
        <pc:chgData name="Elena Manovska" userId="724bbea9-0098-4c06-9cf8-09fff7ffcdfe" providerId="ADAL" clId="{11C12ACA-8D28-48F0-A00B-09F242ECE6D9}" dt="2026-09-29T08:59:05.049" v="314" actId="27636"/>
        <pc:sldMkLst>
          <pc:docMk/>
          <pc:sldMk cId="0" sldId="276"/>
        </pc:sldMkLst>
        <pc:spChg chg="mod">
          <ac:chgData name="Elena Manovska" userId="724bbea9-0098-4c06-9cf8-09fff7ffcdfe" providerId="ADAL" clId="{11C12ACA-8D28-48F0-A00B-09F242ECE6D9}" dt="2026-09-29T08:59:05.031" v="303" actId="27636"/>
          <ac:spMkLst>
            <pc:docMk/>
            <pc:sldMk cId="0" sldId="276"/>
            <ac:spMk id="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31" v="302" actId="27636"/>
          <ac:spMkLst>
            <pc:docMk/>
            <pc:sldMk cId="0" sldId="276"/>
            <ac:spMk id="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15" v="299" actId="27636"/>
          <ac:spMkLst>
            <pc:docMk/>
            <pc:sldMk cId="0" sldId="276"/>
            <ac:spMk id="7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31" v="304" actId="27636"/>
          <ac:spMkLst>
            <pc:docMk/>
            <pc:sldMk cId="0" sldId="276"/>
            <ac:spMk id="8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15" v="300" actId="27636"/>
          <ac:spMkLst>
            <pc:docMk/>
            <pc:sldMk cId="0" sldId="276"/>
            <ac:spMk id="9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49" v="314" actId="27636"/>
          <ac:spMkLst>
            <pc:docMk/>
            <pc:sldMk cId="0" sldId="276"/>
            <ac:spMk id="10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31" v="306" actId="27636"/>
          <ac:spMkLst>
            <pc:docMk/>
            <pc:sldMk cId="0" sldId="276"/>
            <ac:spMk id="22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40" v="308" actId="27636"/>
          <ac:spMkLst>
            <pc:docMk/>
            <pc:sldMk cId="0" sldId="276"/>
            <ac:spMk id="2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31" v="305" actId="27636"/>
          <ac:spMkLst>
            <pc:docMk/>
            <pc:sldMk cId="0" sldId="276"/>
            <ac:spMk id="2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39" v="307" actId="27636"/>
          <ac:spMkLst>
            <pc:docMk/>
            <pc:sldMk cId="0" sldId="276"/>
            <ac:spMk id="25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47" v="312" actId="27636"/>
          <ac:spMkLst>
            <pc:docMk/>
            <pc:sldMk cId="0" sldId="276"/>
            <ac:spMk id="26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42" v="310" actId="27636"/>
          <ac:spMkLst>
            <pc:docMk/>
            <pc:sldMk cId="0" sldId="276"/>
            <ac:spMk id="37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42" v="311" actId="27636"/>
          <ac:spMkLst>
            <pc:docMk/>
            <pc:sldMk cId="0" sldId="276"/>
            <ac:spMk id="38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49" v="313" actId="27636"/>
          <ac:spMkLst>
            <pc:docMk/>
            <pc:sldMk cId="0" sldId="276"/>
            <ac:spMk id="39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42" v="309" actId="27636"/>
          <ac:spMkLst>
            <pc:docMk/>
            <pc:sldMk cId="0" sldId="276"/>
            <ac:spMk id="40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15" v="298" actId="27636"/>
          <ac:spMkLst>
            <pc:docMk/>
            <pc:sldMk cId="0" sldId="276"/>
            <ac:spMk id="51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8:32.240" v="55" actId="20577"/>
          <ac:spMkLst>
            <pc:docMk/>
            <pc:sldMk cId="0" sldId="276"/>
            <ac:spMk id="5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15" v="301" actId="27636"/>
          <ac:spMkLst>
            <pc:docMk/>
            <pc:sldMk cId="0" sldId="276"/>
            <ac:spMk id="54" creationId="{00000000-0000-0000-0000-000000000000}"/>
          </ac:spMkLst>
        </pc:spChg>
      </pc:sldChg>
      <pc:sldChg chg="modSp mod">
        <pc:chgData name="Elena Manovska" userId="724bbea9-0098-4c06-9cf8-09fff7ffcdfe" providerId="ADAL" clId="{11C12ACA-8D28-48F0-A00B-09F242ECE6D9}" dt="2026-09-29T08:59:05.077" v="325" actId="27636"/>
        <pc:sldMkLst>
          <pc:docMk/>
          <pc:sldMk cId="0" sldId="277"/>
        </pc:sldMkLst>
        <pc:spChg chg="mod">
          <ac:chgData name="Elena Manovska" userId="724bbea9-0098-4c06-9cf8-09fff7ffcdfe" providerId="ADAL" clId="{11C12ACA-8D28-48F0-A00B-09F242ECE6D9}" dt="2026-09-29T08:59:05.064" v="317" actId="27636"/>
          <ac:spMkLst>
            <pc:docMk/>
            <pc:sldMk cId="0" sldId="277"/>
            <ac:spMk id="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68" v="319" actId="27636"/>
          <ac:spMkLst>
            <pc:docMk/>
            <pc:sldMk cId="0" sldId="277"/>
            <ac:spMk id="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77" v="325" actId="27636"/>
          <ac:spMkLst>
            <pc:docMk/>
            <pc:sldMk cId="0" sldId="277"/>
            <ac:spMk id="7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70" v="322" actId="27636"/>
          <ac:spMkLst>
            <pc:docMk/>
            <pc:sldMk cId="0" sldId="277"/>
            <ac:spMk id="10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70" v="323" actId="27636"/>
          <ac:spMkLst>
            <pc:docMk/>
            <pc:sldMk cId="0" sldId="277"/>
            <ac:spMk id="1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70" v="321" actId="27636"/>
          <ac:spMkLst>
            <pc:docMk/>
            <pc:sldMk cId="0" sldId="277"/>
            <ac:spMk id="15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58" v="315" actId="27636"/>
          <ac:spMkLst>
            <pc:docMk/>
            <pc:sldMk cId="0" sldId="277"/>
            <ac:spMk id="17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70" v="320" actId="27636"/>
          <ac:spMkLst>
            <pc:docMk/>
            <pc:sldMk cId="0" sldId="277"/>
            <ac:spMk id="19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70" v="324" actId="27636"/>
          <ac:spMkLst>
            <pc:docMk/>
            <pc:sldMk cId="0" sldId="277"/>
            <ac:spMk id="21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60" v="316" actId="27636"/>
          <ac:spMkLst>
            <pc:docMk/>
            <pc:sldMk cId="0" sldId="277"/>
            <ac:spMk id="2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8:37.112" v="57" actId="27636"/>
          <ac:spMkLst>
            <pc:docMk/>
            <pc:sldMk cId="0" sldId="277"/>
            <ac:spMk id="26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66" v="318" actId="27636"/>
          <ac:spMkLst>
            <pc:docMk/>
            <pc:sldMk cId="0" sldId="277"/>
            <ac:spMk id="27" creationId="{00000000-0000-0000-0000-000000000000}"/>
          </ac:spMkLst>
        </pc:spChg>
      </pc:sldChg>
      <pc:sldChg chg="modSp mod">
        <pc:chgData name="Elena Manovska" userId="724bbea9-0098-4c06-9cf8-09fff7ffcdfe" providerId="ADAL" clId="{11C12ACA-8D28-48F0-A00B-09F242ECE6D9}" dt="2026-09-29T08:59:05.109" v="341" actId="27636"/>
        <pc:sldMkLst>
          <pc:docMk/>
          <pc:sldMk cId="0" sldId="278"/>
        </pc:sldMkLst>
        <pc:spChg chg="mod">
          <ac:chgData name="Elena Manovska" userId="724bbea9-0098-4c06-9cf8-09fff7ffcdfe" providerId="ADAL" clId="{11C12ACA-8D28-48F0-A00B-09F242ECE6D9}" dt="2026-09-29T08:59:05.081" v="326" actId="27636"/>
          <ac:spMkLst>
            <pc:docMk/>
            <pc:sldMk cId="0" sldId="278"/>
            <ac:spMk id="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81" v="328" actId="27636"/>
          <ac:spMkLst>
            <pc:docMk/>
            <pc:sldMk cId="0" sldId="278"/>
            <ac:spMk id="7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103" v="338" actId="27636"/>
          <ac:spMkLst>
            <pc:docMk/>
            <pc:sldMk cId="0" sldId="278"/>
            <ac:spMk id="8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94" v="331" actId="27636"/>
          <ac:spMkLst>
            <pc:docMk/>
            <pc:sldMk cId="0" sldId="278"/>
            <ac:spMk id="10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81" v="327" actId="27636"/>
          <ac:spMkLst>
            <pc:docMk/>
            <pc:sldMk cId="0" sldId="278"/>
            <ac:spMk id="11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98" v="334" actId="27636"/>
          <ac:spMkLst>
            <pc:docMk/>
            <pc:sldMk cId="0" sldId="278"/>
            <ac:spMk id="1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103" v="337" actId="27636"/>
          <ac:spMkLst>
            <pc:docMk/>
            <pc:sldMk cId="0" sldId="278"/>
            <ac:spMk id="1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103" v="339" actId="27636"/>
          <ac:spMkLst>
            <pc:docMk/>
            <pc:sldMk cId="0" sldId="278"/>
            <ac:spMk id="16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103" v="336" actId="27636"/>
          <ac:spMkLst>
            <pc:docMk/>
            <pc:sldMk cId="0" sldId="278"/>
            <ac:spMk id="17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103" v="340" actId="27636"/>
          <ac:spMkLst>
            <pc:docMk/>
            <pc:sldMk cId="0" sldId="278"/>
            <ac:spMk id="19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93" v="329" actId="27636"/>
          <ac:spMkLst>
            <pc:docMk/>
            <pc:sldMk cId="0" sldId="278"/>
            <ac:spMk id="22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98" v="335" actId="27636"/>
          <ac:spMkLst>
            <pc:docMk/>
            <pc:sldMk cId="0" sldId="278"/>
            <ac:spMk id="25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109" v="341" actId="27636"/>
          <ac:spMkLst>
            <pc:docMk/>
            <pc:sldMk cId="0" sldId="278"/>
            <ac:spMk id="28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96" v="332" actId="27636"/>
          <ac:spMkLst>
            <pc:docMk/>
            <pc:sldMk cId="0" sldId="278"/>
            <ac:spMk id="31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94" v="330" actId="27636"/>
          <ac:spMkLst>
            <pc:docMk/>
            <pc:sldMk cId="0" sldId="278"/>
            <ac:spMk id="3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8:40.717" v="59" actId="27636"/>
          <ac:spMkLst>
            <pc:docMk/>
            <pc:sldMk cId="0" sldId="278"/>
            <ac:spMk id="36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098" v="333" actId="27636"/>
          <ac:spMkLst>
            <pc:docMk/>
            <pc:sldMk cId="0" sldId="278"/>
            <ac:spMk id="37" creationId="{00000000-0000-0000-0000-000000000000}"/>
          </ac:spMkLst>
        </pc:spChg>
      </pc:sldChg>
      <pc:sldChg chg="modSp mod">
        <pc:chgData name="Elena Manovska" userId="724bbea9-0098-4c06-9cf8-09fff7ffcdfe" providerId="ADAL" clId="{11C12ACA-8D28-48F0-A00B-09F242ECE6D9}" dt="2026-09-29T08:59:05.141" v="347" actId="27636"/>
        <pc:sldMkLst>
          <pc:docMk/>
          <pc:sldMk cId="0" sldId="279"/>
        </pc:sldMkLst>
        <pc:spChg chg="mod">
          <ac:chgData name="Elena Manovska" userId="724bbea9-0098-4c06-9cf8-09fff7ffcdfe" providerId="ADAL" clId="{11C12ACA-8D28-48F0-A00B-09F242ECE6D9}" dt="2026-09-29T08:59:05.141" v="346" actId="27636"/>
          <ac:spMkLst>
            <pc:docMk/>
            <pc:sldMk cId="0" sldId="279"/>
            <ac:spMk id="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141" v="347" actId="27636"/>
          <ac:spMkLst>
            <pc:docMk/>
            <pc:sldMk cId="0" sldId="279"/>
            <ac:spMk id="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127" v="342" actId="27636"/>
          <ac:spMkLst>
            <pc:docMk/>
            <pc:sldMk cId="0" sldId="279"/>
            <ac:spMk id="62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137" v="344" actId="27636"/>
          <ac:spMkLst>
            <pc:docMk/>
            <pc:sldMk cId="0" sldId="279"/>
            <ac:spMk id="6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127" v="343" actId="27636"/>
          <ac:spMkLst>
            <pc:docMk/>
            <pc:sldMk cId="0" sldId="279"/>
            <ac:spMk id="66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8:44.107" v="61" actId="27636"/>
          <ac:spMkLst>
            <pc:docMk/>
            <pc:sldMk cId="0" sldId="279"/>
            <ac:spMk id="68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137" v="345" actId="27636"/>
          <ac:spMkLst>
            <pc:docMk/>
            <pc:sldMk cId="0" sldId="279"/>
            <ac:spMk id="69" creationId="{00000000-0000-0000-0000-000000000000}"/>
          </ac:spMkLst>
        </pc:spChg>
      </pc:sldChg>
      <pc:sldChg chg="modSp mod">
        <pc:chgData name="Elena Manovska" userId="724bbea9-0098-4c06-9cf8-09fff7ffcdfe" providerId="ADAL" clId="{11C12ACA-8D28-48F0-A00B-09F242ECE6D9}" dt="2026-09-29T08:59:05.180" v="360" actId="27636"/>
        <pc:sldMkLst>
          <pc:docMk/>
          <pc:sldMk cId="0" sldId="280"/>
        </pc:sldMkLst>
        <pc:spChg chg="mod">
          <ac:chgData name="Elena Manovska" userId="724bbea9-0098-4c06-9cf8-09fff7ffcdfe" providerId="ADAL" clId="{11C12ACA-8D28-48F0-A00B-09F242ECE6D9}" dt="2026-09-29T08:59:05.161" v="352" actId="27636"/>
          <ac:spMkLst>
            <pc:docMk/>
            <pc:sldMk cId="0" sldId="280"/>
            <ac:spMk id="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173" v="354" actId="27636"/>
          <ac:spMkLst>
            <pc:docMk/>
            <pc:sldMk cId="0" sldId="280"/>
            <ac:spMk id="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161" v="353" actId="27636"/>
          <ac:spMkLst>
            <pc:docMk/>
            <pc:sldMk cId="0" sldId="280"/>
            <ac:spMk id="6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161" v="351" actId="27636"/>
          <ac:spMkLst>
            <pc:docMk/>
            <pc:sldMk cId="0" sldId="280"/>
            <ac:spMk id="8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161" v="349" actId="27636"/>
          <ac:spMkLst>
            <pc:docMk/>
            <pc:sldMk cId="0" sldId="280"/>
            <ac:spMk id="10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161" v="350" actId="27636"/>
          <ac:spMkLst>
            <pc:docMk/>
            <pc:sldMk cId="0" sldId="280"/>
            <ac:spMk id="12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180" v="360" actId="27636"/>
          <ac:spMkLst>
            <pc:docMk/>
            <pc:sldMk cId="0" sldId="280"/>
            <ac:spMk id="3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157" v="348" actId="27636"/>
          <ac:spMkLst>
            <pc:docMk/>
            <pc:sldMk cId="0" sldId="280"/>
            <ac:spMk id="36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180" v="359" actId="27636"/>
          <ac:spMkLst>
            <pc:docMk/>
            <pc:sldMk cId="0" sldId="280"/>
            <ac:spMk id="38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180" v="358" actId="27636"/>
          <ac:spMkLst>
            <pc:docMk/>
            <pc:sldMk cId="0" sldId="280"/>
            <ac:spMk id="40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173" v="357" actId="27636"/>
          <ac:spMkLst>
            <pc:docMk/>
            <pc:sldMk cId="0" sldId="280"/>
            <ac:spMk id="42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173" v="355" actId="27636"/>
          <ac:spMkLst>
            <pc:docMk/>
            <pc:sldMk cId="0" sldId="280"/>
            <ac:spMk id="4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8:47.832" v="63" actId="27636"/>
          <ac:spMkLst>
            <pc:docMk/>
            <pc:sldMk cId="0" sldId="280"/>
            <ac:spMk id="81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5.173" v="356" actId="27636"/>
          <ac:spMkLst>
            <pc:docMk/>
            <pc:sldMk cId="0" sldId="280"/>
            <ac:spMk id="82" creationId="{00000000-0000-0000-0000-000000000000}"/>
          </ac:spMkLst>
        </pc:spChg>
      </pc:sldChg>
      <pc:sldChg chg="addSp delSp modSp mod">
        <pc:chgData name="Elena Manovska" userId="724bbea9-0098-4c06-9cf8-09fff7ffcdfe" providerId="ADAL" clId="{11C12ACA-8D28-48F0-A00B-09F242ECE6D9}" dt="2026-09-29T09:41:53.130" v="404" actId="20577"/>
        <pc:sldMkLst>
          <pc:docMk/>
          <pc:sldMk cId="0" sldId="281"/>
        </pc:sldMkLst>
        <pc:spChg chg="mod">
          <ac:chgData name="Elena Manovska" userId="724bbea9-0098-4c06-9cf8-09fff7ffcdfe" providerId="ADAL" clId="{11C12ACA-8D28-48F0-A00B-09F242ECE6D9}" dt="2026-09-29T09:41:53.130" v="404" actId="20577"/>
          <ac:spMkLst>
            <pc:docMk/>
            <pc:sldMk cId="0" sldId="281"/>
            <ac:spMk id="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14" v="68" actId="27636"/>
          <ac:spMkLst>
            <pc:docMk/>
            <pc:sldMk cId="0" sldId="281"/>
            <ac:spMk id="5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16" v="70" actId="27636"/>
          <ac:spMkLst>
            <pc:docMk/>
            <pc:sldMk cId="0" sldId="281"/>
            <ac:spMk id="8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9:40:10.666" v="386" actId="108"/>
          <ac:spMkLst>
            <pc:docMk/>
            <pc:sldMk cId="0" sldId="281"/>
            <ac:spMk id="9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08" v="65" actId="27636"/>
          <ac:spMkLst>
            <pc:docMk/>
            <pc:sldMk cId="0" sldId="281"/>
            <ac:spMk id="11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06" v="64" actId="27636"/>
          <ac:spMkLst>
            <pc:docMk/>
            <pc:sldMk cId="0" sldId="281"/>
            <ac:spMk id="1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9:39:58.002" v="381" actId="1076"/>
          <ac:spMkLst>
            <pc:docMk/>
            <pc:sldMk cId="0" sldId="281"/>
            <ac:spMk id="1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9:39:46.272" v="379" actId="108"/>
          <ac:spMkLst>
            <pc:docMk/>
            <pc:sldMk cId="0" sldId="281"/>
            <ac:spMk id="16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9:40:24.742" v="390" actId="14100"/>
          <ac:spMkLst>
            <pc:docMk/>
            <pc:sldMk cId="0" sldId="281"/>
            <ac:spMk id="17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14" v="69" actId="27636"/>
          <ac:spMkLst>
            <pc:docMk/>
            <pc:sldMk cId="0" sldId="281"/>
            <ac:spMk id="19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26" v="76" actId="27636"/>
          <ac:spMkLst>
            <pc:docMk/>
            <pc:sldMk cId="0" sldId="281"/>
            <ac:spMk id="21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18" v="71" actId="27636"/>
          <ac:spMkLst>
            <pc:docMk/>
            <pc:sldMk cId="0" sldId="281"/>
            <ac:spMk id="24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18" v="72" actId="27636"/>
          <ac:spMkLst>
            <pc:docMk/>
            <pc:sldMk cId="0" sldId="281"/>
            <ac:spMk id="27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10" v="66" actId="27636"/>
          <ac:spMkLst>
            <pc:docMk/>
            <pc:sldMk cId="0" sldId="281"/>
            <ac:spMk id="29" creationId="{00000000-0000-0000-0000-000000000000}"/>
          </ac:spMkLst>
        </pc:spChg>
        <pc:spChg chg="add del">
          <ac:chgData name="Elena Manovska" userId="724bbea9-0098-4c06-9cf8-09fff7ffcdfe" providerId="ADAL" clId="{11C12ACA-8D28-48F0-A00B-09F242ECE6D9}" dt="2026-09-29T09:33:55.450" v="374" actId="478"/>
          <ac:spMkLst>
            <pc:docMk/>
            <pc:sldMk cId="0" sldId="281"/>
            <ac:spMk id="30" creationId="{00000000-0000-0000-0000-000000000000}"/>
          </ac:spMkLst>
        </pc:spChg>
        <pc:spChg chg="add del mod">
          <ac:chgData name="Elena Manovska" userId="724bbea9-0098-4c06-9cf8-09fff7ffcdfe" providerId="ADAL" clId="{11C12ACA-8D28-48F0-A00B-09F242ECE6D9}" dt="2026-09-29T09:33:54.760" v="373" actId="478"/>
          <ac:spMkLst>
            <pc:docMk/>
            <pc:sldMk cId="0" sldId="281"/>
            <ac:spMk id="32" creationId="{00000000-0000-0000-0000-000000000000}"/>
          </ac:spMkLst>
        </pc:spChg>
        <pc:spChg chg="add del">
          <ac:chgData name="Elena Manovska" userId="724bbea9-0098-4c06-9cf8-09fff7ffcdfe" providerId="ADAL" clId="{11C12ACA-8D28-48F0-A00B-09F242ECE6D9}" dt="2026-09-29T09:33:54.331" v="372" actId="478"/>
          <ac:spMkLst>
            <pc:docMk/>
            <pc:sldMk cId="0" sldId="281"/>
            <ac:spMk id="3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12" v="67" actId="27636"/>
          <ac:spMkLst>
            <pc:docMk/>
            <pc:sldMk cId="0" sldId="281"/>
            <ac:spMk id="35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22" v="73" actId="27636"/>
          <ac:spMkLst>
            <pc:docMk/>
            <pc:sldMk cId="0" sldId="281"/>
            <ac:spMk id="37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24" v="75" actId="27636"/>
          <ac:spMkLst>
            <pc:docMk/>
            <pc:sldMk cId="0" sldId="281"/>
            <ac:spMk id="40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28" v="78" actId="27636"/>
          <ac:spMkLst>
            <pc:docMk/>
            <pc:sldMk cId="0" sldId="281"/>
            <ac:spMk id="42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30" v="80" actId="27636"/>
          <ac:spMkLst>
            <pc:docMk/>
            <pc:sldMk cId="0" sldId="281"/>
            <ac:spMk id="43" creationId="{00000000-0000-0000-0000-000000000000}"/>
          </ac:spMkLst>
        </pc:spChg>
        <pc:spChg chg="mod">
          <ac:chgData name="Elena Manovska" userId="724bbea9-0098-4c06-9cf8-09fff7ffcdfe" providerId="ADAL" clId="{11C12ACA-8D28-48F0-A00B-09F242ECE6D9}" dt="2026-09-29T08:59:04.326" v="77" actId="27636"/>
          <ac:spMkLst>
            <pc:docMk/>
            <pc:sldMk cId="0" sldId="281"/>
            <ac:spMk id="44" creationId="{00000000-0000-0000-0000-000000000000}"/>
          </ac:spMkLst>
        </pc:spChg>
        <pc:picChg chg="add del">
          <ac:chgData name="Elena Manovska" userId="724bbea9-0098-4c06-9cf8-09fff7ffcdfe" providerId="ADAL" clId="{11C12ACA-8D28-48F0-A00B-09F242ECE6D9}" dt="2026-09-29T09:33:56.160" v="375" actId="478"/>
          <ac:picMkLst>
            <pc:docMk/>
            <pc:sldMk cId="0" sldId="281"/>
            <ac:picMk id="31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4599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promise: an AI department, delivered. Order of offerings: Suite, Projects, Department.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1781 to today. Four locations, 250+ people. Layout per client reference: timeline, locations, management, client logos. Core areas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AI-native attackers vs established Mittelstand. Autonomous = the process runs without a trigger; people decide exceptions.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Messaging on this slide is pending revision by VS/EM.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Categories describe typical market offerings, not a single provider.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Sequence: Suite, Projects, Department. More use-case detail is pending from VS/EM.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run our own training and delivery organisation — the part you can't buy at short notice.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Section: Borek AI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system, three stages. Closed loop: capture, build, operate.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tailored conversations, one per role and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Employees simply talk — and can share documents. Every conversation becomes a build-ready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automation map. Filled with the client's numbers, not estimated.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backlog, three speeds. Team size times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 to operate. Around four weeks per automation and expert.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cockpit — every metric is configured with the client's own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automate tasks, not people. Works-council briefing, FAQ and communication plan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Section: Borek AI Department.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model vs container model. Same experts every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Section: Borek AI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automation live in 30 days. Very short list of what we need.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team sizes. Sticker 'check either or' left open — confirm whether packages and fixed-price footnote should both appear.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own company in Prishtina, not a partner network. 80+ permanent developers.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Verifiable commitments — contractually agreed and technically anchored.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people, same standards — a different commercial frame. Order: Suite, Projects, Department.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Indicative pricing. One rate card, one tier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 closing page. Next steps: 45-minute conversation, one guaranteed automation, choose the 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7.svg"/><Relationship Id="rId18" Type="http://schemas.openxmlformats.org/officeDocument/2006/relationships/image" Target="../media/image22.svg"/><Relationship Id="rId3" Type="http://schemas.openxmlformats.org/officeDocument/2006/relationships/image" Target="../media/image1.png"/><Relationship Id="rId7" Type="http://schemas.openxmlformats.org/officeDocument/2006/relationships/image" Target="../media/image13.svg"/><Relationship Id="rId12" Type="http://schemas.openxmlformats.org/officeDocument/2006/relationships/image" Target="../media/image16.svg"/><Relationship Id="rId17" Type="http://schemas.openxmlformats.org/officeDocument/2006/relationships/image" Target="../media/image21.sv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2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11" Type="http://schemas.openxmlformats.org/officeDocument/2006/relationships/image" Target="../media/image6.png"/><Relationship Id="rId5" Type="http://schemas.openxmlformats.org/officeDocument/2006/relationships/image" Target="../media/image5.png"/><Relationship Id="rId15" Type="http://schemas.openxmlformats.org/officeDocument/2006/relationships/image" Target="../media/image19.svg"/><Relationship Id="rId10" Type="http://schemas.openxmlformats.org/officeDocument/2006/relationships/image" Target="../media/image15.svg"/><Relationship Id="rId19" Type="http://schemas.openxmlformats.org/officeDocument/2006/relationships/hyperlink" Target="https://boreksolutions.de/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14.svg"/><Relationship Id="rId1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27" b="27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D1240">
              <a:alpha val="6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375" y="857250"/>
            <a:ext cx="2724150" cy="72806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226034" y="952500"/>
            <a:ext cx="32632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25" dirty="0">
                <a:solidFill>
                  <a:srgbClr val="C9CE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FAMILY-OWNED SINCE 1781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1095375" y="2819400"/>
            <a:ext cx="6743417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kern="0" spc="33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AI TECH · YOUR AUTOMATION PARTNER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1095375" y="3295650"/>
            <a:ext cx="8716698" cy="2095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256"/>
              </a:lnSpc>
              <a:buNone/>
            </a:pPr>
            <a:r>
              <a:rPr lang="en-US" sz="7500" kern="0" spc="-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AI department. Delivered, not built.</a:t>
            </a:r>
            <a:endParaRPr lang="en-US" sz="7500" dirty="0"/>
          </a:p>
        </p:txBody>
      </p:sp>
      <p:sp>
        <p:nvSpPr>
          <p:cNvPr id="8" name="Text 4"/>
          <p:cNvSpPr/>
          <p:nvPr/>
        </p:nvSpPr>
        <p:spPr>
          <a:xfrm>
            <a:off x="1095375" y="5562600"/>
            <a:ext cx="9123998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308"/>
              </a:lnSpc>
              <a:buNone/>
            </a:pPr>
            <a:r>
              <a:rPr lang="en-US" sz="2025" dirty="0">
                <a:solidFill>
                  <a:srgbClr val="E4E7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company needs to automate. Few have the people, the system or the discipline to do it. Borek is your missing department — a trained team, a working system and the accountability to deliver at scale.</a:t>
            </a:r>
            <a:endParaRPr lang="en-US" sz="2025" dirty="0"/>
          </a:p>
        </p:txBody>
      </p:sp>
      <p:sp>
        <p:nvSpPr>
          <p:cNvPr id="9" name="Shape 5"/>
          <p:cNvSpPr/>
          <p:nvPr/>
        </p:nvSpPr>
        <p:spPr>
          <a:xfrm>
            <a:off x="1095375" y="7124700"/>
            <a:ext cx="2952750" cy="9525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1095375" y="7343775"/>
            <a:ext cx="3248025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627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AI Suite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095375" y="7732365"/>
            <a:ext cx="304133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204"/>
              </a:lnSpc>
              <a:buNone/>
            </a:pPr>
            <a:r>
              <a:rPr lang="en-US" sz="1500" dirty="0">
                <a:solidFill>
                  <a:srgbClr val="D7DB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behind the department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410075" y="7124700"/>
            <a:ext cx="2952750" cy="9525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410075" y="7343775"/>
            <a:ext cx="3248025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627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AI Projects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410075" y="7732365"/>
            <a:ext cx="304133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204"/>
              </a:lnSpc>
              <a:buNone/>
            </a:pPr>
            <a:r>
              <a:rPr lang="en-US" sz="1500" dirty="0">
                <a:solidFill>
                  <a:srgbClr val="D7DB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finished solution at a fixed price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724775" y="7124700"/>
            <a:ext cx="2952750" cy="9525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7724775" y="7343775"/>
            <a:ext cx="3248025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627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AI Department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724775" y="7732365"/>
            <a:ext cx="304133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204"/>
              </a:lnSpc>
              <a:buNone/>
            </a:pPr>
            <a:r>
              <a:rPr lang="en-US" sz="1500" dirty="0">
                <a:solidFill>
                  <a:srgbClr val="D7DB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permanent AI team from our hub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1095375" y="9620250"/>
            <a:ext cx="671272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SOLUTIONS GROUP · BOREKSOLUTIONS.DE</a:t>
            </a:r>
            <a:endParaRPr lang="en-US" sz="1125" dirty="0"/>
          </a:p>
        </p:txBody>
      </p:sp>
      <p:sp>
        <p:nvSpPr>
          <p:cNvPr id="19" name="Text 15"/>
          <p:cNvSpPr/>
          <p:nvPr/>
        </p:nvSpPr>
        <p:spPr>
          <a:xfrm>
            <a:off x="16563380" y="9620250"/>
            <a:ext cx="7054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26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5200" y="1019175"/>
            <a:ext cx="2667000" cy="6236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133475"/>
            <a:ext cx="318368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63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WE ARE · OVERVIEW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685800" y="1428750"/>
            <a:ext cx="14668500" cy="666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034"/>
              </a:lnSpc>
              <a:buNone/>
            </a:pPr>
            <a:r>
              <a:rPr lang="en-US" sz="4500" kern="0" spc="-9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History, locations and leadership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685800" y="3171825"/>
            <a:ext cx="16916400" cy="19050"/>
          </a:xfrm>
          <a:prstGeom prst="rect">
            <a:avLst/>
          </a:prstGeom>
          <a:solidFill>
            <a:srgbClr val="124F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161901" y="2571750"/>
            <a:ext cx="67084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83333"/>
              </a:lnSpc>
              <a:buNone/>
            </a:pPr>
            <a:r>
              <a:rPr lang="en-US" sz="22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1781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1421085" y="3105150"/>
            <a:ext cx="152400" cy="152400"/>
          </a:xfrm>
          <a:prstGeom prst="ellipse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44810" y="3429000"/>
            <a:ext cx="1504950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0769"/>
              </a:lnSpc>
              <a:buNone/>
            </a:pPr>
            <a:r>
              <a:rPr lang="en-US" sz="12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Pigge Druck und Service founded by Wilhelm E. Pigge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826023" y="2571750"/>
            <a:ext cx="7410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83333"/>
              </a:lnSpc>
              <a:buNone/>
            </a:pPr>
            <a:r>
              <a:rPr lang="en-US" sz="22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1790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3120330" y="3105150"/>
            <a:ext cx="152400" cy="152400"/>
          </a:xfrm>
          <a:prstGeom prst="ellipse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444055" y="3429000"/>
            <a:ext cx="1504950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0769"/>
              </a:lnSpc>
              <a:buNone/>
            </a:pPr>
            <a:r>
              <a:rPr lang="en-US" sz="12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newspaper printing to bookbinding in Bodenwerder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16934" y="2571750"/>
            <a:ext cx="75768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83333"/>
              </a:lnSpc>
              <a:buNone/>
            </a:pPr>
            <a:r>
              <a:rPr lang="en-US" sz="22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1920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4819576" y="3105150"/>
            <a:ext cx="152400" cy="152400"/>
          </a:xfrm>
          <a:prstGeom prst="ellipse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143301" y="3429000"/>
            <a:ext cx="1504950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0769"/>
              </a:lnSpc>
              <a:buNone/>
            </a:pPr>
            <a:r>
              <a:rPr lang="en-US" sz="12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into printing of commercial and insurance forms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20792" y="2571750"/>
            <a:ext cx="74845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83333"/>
              </a:lnSpc>
              <a:buNone/>
            </a:pPr>
            <a:r>
              <a:rPr lang="en-US" sz="22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1965</a:t>
            </a:r>
            <a:endParaRPr lang="en-US" sz="2250" dirty="0"/>
          </a:p>
        </p:txBody>
      </p:sp>
      <p:sp>
        <p:nvSpPr>
          <p:cNvPr id="16" name="Shape 13"/>
          <p:cNvSpPr/>
          <p:nvPr/>
        </p:nvSpPr>
        <p:spPr>
          <a:xfrm>
            <a:off x="6518821" y="3105150"/>
            <a:ext cx="152400" cy="152400"/>
          </a:xfrm>
          <a:prstGeom prst="ellipse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842546" y="3429000"/>
            <a:ext cx="1504950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0769"/>
              </a:lnSpc>
              <a:buNone/>
            </a:pPr>
            <a:r>
              <a:rPr lang="en-US" sz="12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Leading forms printer in Northern Germany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911629" y="2571750"/>
            <a:ext cx="76527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83333"/>
              </a:lnSpc>
              <a:buNone/>
            </a:pPr>
            <a:r>
              <a:rPr lang="en-US" sz="22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2014</a:t>
            </a:r>
            <a:endParaRPr lang="en-US" sz="2250" dirty="0"/>
          </a:p>
        </p:txBody>
      </p:sp>
      <p:sp>
        <p:nvSpPr>
          <p:cNvPr id="19" name="Shape 16"/>
          <p:cNvSpPr/>
          <p:nvPr/>
        </p:nvSpPr>
        <p:spPr>
          <a:xfrm>
            <a:off x="8218066" y="3105150"/>
            <a:ext cx="152400" cy="152400"/>
          </a:xfrm>
          <a:prstGeom prst="ellipse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541791" y="3429000"/>
            <a:ext cx="1504950" cy="1066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0769"/>
              </a:lnSpc>
              <a:buNone/>
            </a:pPr>
            <a:r>
              <a:rPr lang="en-US" sz="12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IT Sourcing Private Limited founded in India as a subsidiary of the printing company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614743" y="2571750"/>
            <a:ext cx="75768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83333"/>
              </a:lnSpc>
              <a:buNone/>
            </a:pPr>
            <a:r>
              <a:rPr lang="en-US" sz="22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2016</a:t>
            </a:r>
            <a:endParaRPr lang="en-US" sz="2250" dirty="0"/>
          </a:p>
        </p:txBody>
      </p:sp>
      <p:sp>
        <p:nvSpPr>
          <p:cNvPr id="22" name="Shape 19"/>
          <p:cNvSpPr/>
          <p:nvPr/>
        </p:nvSpPr>
        <p:spPr>
          <a:xfrm>
            <a:off x="9917385" y="3105150"/>
            <a:ext cx="152400" cy="152400"/>
          </a:xfrm>
          <a:prstGeom prst="ellipse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241110" y="3429000"/>
            <a:ext cx="1504950" cy="1066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0769"/>
              </a:lnSpc>
              <a:buNone/>
            </a:pPr>
            <a:r>
              <a:rPr lang="en-US" sz="12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Konstantin Borek (7th generation) joins · ISO 27001 for the Indian subsidiary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316891" y="2571750"/>
            <a:ext cx="75195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83333"/>
              </a:lnSpc>
              <a:buNone/>
            </a:pPr>
            <a:r>
              <a:rPr lang="en-US" sz="22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2021</a:t>
            </a:r>
            <a:endParaRPr lang="en-US" sz="2250" dirty="0"/>
          </a:p>
        </p:txBody>
      </p:sp>
      <p:sp>
        <p:nvSpPr>
          <p:cNvPr id="25" name="Shape 22"/>
          <p:cNvSpPr/>
          <p:nvPr/>
        </p:nvSpPr>
        <p:spPr>
          <a:xfrm>
            <a:off x="11616630" y="3105150"/>
            <a:ext cx="152400" cy="152400"/>
          </a:xfrm>
          <a:prstGeom prst="ellipse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0940355" y="3429000"/>
            <a:ext cx="1504950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0769"/>
              </a:lnSpc>
              <a:buNone/>
            </a:pPr>
            <a:r>
              <a:rPr lang="en-US" sz="12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Printing business closed — focus on expanding Borek Solutions Group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2987784" y="2571750"/>
            <a:ext cx="80858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83333"/>
              </a:lnSpc>
              <a:buNone/>
            </a:pPr>
            <a:r>
              <a:rPr lang="en-US" sz="22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2022</a:t>
            </a:r>
            <a:endParaRPr lang="en-US" sz="2250" dirty="0"/>
          </a:p>
        </p:txBody>
      </p:sp>
      <p:sp>
        <p:nvSpPr>
          <p:cNvPr id="28" name="Shape 25"/>
          <p:cNvSpPr/>
          <p:nvPr/>
        </p:nvSpPr>
        <p:spPr>
          <a:xfrm>
            <a:off x="13315876" y="3105150"/>
            <a:ext cx="152400" cy="152400"/>
          </a:xfrm>
          <a:prstGeom prst="ellipse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2639601" y="3429000"/>
            <a:ext cx="1504950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0769"/>
              </a:lnSpc>
              <a:buNone/>
            </a:pPr>
            <a:r>
              <a:rPr lang="en-US" sz="12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Solutions LLC founded in Prishtina, Kosovo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4684797" y="2571750"/>
            <a:ext cx="81312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83333"/>
              </a:lnSpc>
              <a:buNone/>
            </a:pPr>
            <a:r>
              <a:rPr lang="en-US" sz="22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2023</a:t>
            </a:r>
            <a:endParaRPr lang="en-US" sz="2250" dirty="0"/>
          </a:p>
        </p:txBody>
      </p:sp>
      <p:sp>
        <p:nvSpPr>
          <p:cNvPr id="31" name="Shape 28"/>
          <p:cNvSpPr/>
          <p:nvPr/>
        </p:nvSpPr>
        <p:spPr>
          <a:xfrm>
            <a:off x="15015121" y="3105150"/>
            <a:ext cx="152400" cy="152400"/>
          </a:xfrm>
          <a:prstGeom prst="ellipse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14338846" y="3429000"/>
            <a:ext cx="1504950" cy="449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0769"/>
              </a:lnSpc>
              <a:buNone/>
            </a:pPr>
            <a:r>
              <a:rPr lang="en-US" sz="12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IT &amp; AI services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6383446" y="2571750"/>
            <a:ext cx="81431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83333"/>
              </a:lnSpc>
              <a:buNone/>
            </a:pPr>
            <a:r>
              <a:rPr lang="en-US" sz="2250" b="1" dirty="0">
                <a:solidFill>
                  <a:srgbClr val="124F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2250" dirty="0"/>
          </a:p>
        </p:txBody>
      </p:sp>
      <p:sp>
        <p:nvSpPr>
          <p:cNvPr id="34" name="Shape 31"/>
          <p:cNvSpPr/>
          <p:nvPr/>
        </p:nvSpPr>
        <p:spPr>
          <a:xfrm>
            <a:off x="16714366" y="3105150"/>
            <a:ext cx="152400" cy="152400"/>
          </a:xfrm>
          <a:prstGeom prst="ellipse">
            <a:avLst/>
          </a:prstGeom>
          <a:solidFill>
            <a:srgbClr val="124F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16038091" y="3429000"/>
            <a:ext cx="1504950" cy="8608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10769"/>
              </a:lnSpc>
              <a:buNone/>
            </a:pPr>
            <a:r>
              <a:rPr lang="en-US" sz="12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Solutions Bulgaria founded · launch of Borek AI Suite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85800" y="4476750"/>
            <a:ext cx="79629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188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LOCATIONS</a:t>
            </a:r>
            <a:endParaRPr lang="en-US" sz="1125" dirty="0"/>
          </a:p>
        </p:txBody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685800" y="4762500"/>
            <a:ext cx="6667500" cy="2652787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352425" y="6462713"/>
            <a:ext cx="73342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82353"/>
              </a:lnSpc>
              <a:buNone/>
            </a:pPr>
            <a:r>
              <a:rPr lang="en-US" sz="4200" b="1" kern="0" spc="-150" dirty="0">
                <a:solidFill>
                  <a:srgbClr val="124F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250+</a:t>
            </a:r>
            <a:endParaRPr lang="en-US" sz="4200" dirty="0"/>
          </a:p>
        </p:txBody>
      </p:sp>
      <p:sp>
        <p:nvSpPr>
          <p:cNvPr id="39" name="Text 35"/>
          <p:cNvSpPr/>
          <p:nvPr/>
        </p:nvSpPr>
        <p:spPr>
          <a:xfrm>
            <a:off x="352425" y="7034213"/>
            <a:ext cx="73342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4F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Employees at four locations</a:t>
            </a:r>
            <a:endParaRPr lang="en-US" sz="1500" dirty="0"/>
          </a:p>
        </p:txBody>
      </p:sp>
      <p:sp>
        <p:nvSpPr>
          <p:cNvPr id="40" name="Text 36"/>
          <p:cNvSpPr/>
          <p:nvPr/>
        </p:nvSpPr>
        <p:spPr>
          <a:xfrm>
            <a:off x="352425" y="7381875"/>
            <a:ext cx="73342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4F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Braunschweig </a:t>
            </a:r>
            <a:r>
              <a:rPr lang="en-US" sz="12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Headquarter, Germany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1136392" y="7624762"/>
            <a:ext cx="156147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4F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Prishtina </a:t>
            </a:r>
            <a:r>
              <a:rPr lang="en-US" sz="12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AI-Hub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2805853" y="7624762"/>
            <a:ext cx="151113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4F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Bulgaria </a:t>
            </a:r>
            <a:r>
              <a:rPr lang="en-US" sz="12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AI-Hub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4379160" y="7624762"/>
            <a:ext cx="256936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4F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● Vadodara </a:t>
            </a:r>
            <a:r>
              <a:rPr lang="en-US" sz="12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AI-Operations-Hub</a:t>
            </a:r>
            <a:endParaRPr lang="en-US" sz="1200" dirty="0"/>
          </a:p>
        </p:txBody>
      </p:sp>
      <p:sp>
        <p:nvSpPr>
          <p:cNvPr id="44" name="Text 40"/>
          <p:cNvSpPr/>
          <p:nvPr/>
        </p:nvSpPr>
        <p:spPr>
          <a:xfrm>
            <a:off x="8763000" y="4953000"/>
            <a:ext cx="97231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188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MANAGEMENT TEAM</a:t>
            </a:r>
            <a:endParaRPr lang="en-US" sz="1125" dirty="0"/>
          </a:p>
        </p:txBody>
      </p:sp>
      <p:pic>
        <p:nvPicPr>
          <p:cNvPr id="4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763000" y="5391150"/>
            <a:ext cx="438150" cy="438150"/>
          </a:xfrm>
          <a:prstGeom prst="ellipse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9334500" y="5399261"/>
            <a:ext cx="1644476" cy="255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130"/>
              </a:lnSpc>
              <a:buNone/>
            </a:pPr>
            <a:r>
              <a:rPr lang="en-US" sz="142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Konstantin Borek</a:t>
            </a:r>
            <a:endParaRPr lang="en-US" sz="1425" dirty="0"/>
          </a:p>
        </p:txBody>
      </p:sp>
      <p:sp>
        <p:nvSpPr>
          <p:cNvPr id="47" name="Text 42"/>
          <p:cNvSpPr/>
          <p:nvPr/>
        </p:nvSpPr>
        <p:spPr>
          <a:xfrm>
            <a:off x="9334500" y="5635451"/>
            <a:ext cx="164447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1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CEO</a:t>
            </a:r>
            <a:endParaRPr lang="en-US" sz="1125" dirty="0"/>
          </a:p>
        </p:txBody>
      </p:sp>
      <p:pic>
        <p:nvPicPr>
          <p:cNvPr id="4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785550" y="5391150"/>
            <a:ext cx="438150" cy="438150"/>
          </a:xfrm>
          <a:prstGeom prst="ellipse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12357050" y="5399261"/>
            <a:ext cx="1590861" cy="255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130"/>
              </a:lnSpc>
              <a:buNone/>
            </a:pPr>
            <a:r>
              <a:rPr lang="en-US" sz="142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Fiona Oldenburg</a:t>
            </a:r>
            <a:endParaRPr lang="en-US" sz="1425" dirty="0"/>
          </a:p>
        </p:txBody>
      </p:sp>
      <p:sp>
        <p:nvSpPr>
          <p:cNvPr id="50" name="Text 44"/>
          <p:cNvSpPr/>
          <p:nvPr/>
        </p:nvSpPr>
        <p:spPr>
          <a:xfrm>
            <a:off x="12357050" y="5635451"/>
            <a:ext cx="159086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1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COO</a:t>
            </a:r>
            <a:endParaRPr lang="en-US" sz="1125" dirty="0"/>
          </a:p>
        </p:txBody>
      </p:sp>
      <p:pic>
        <p:nvPicPr>
          <p:cNvPr id="51" name="Image 4" descr="preencoded.png"/>
          <p:cNvPicPr>
            <a:picLocks noChangeAspect="1"/>
          </p:cNvPicPr>
          <p:nvPr/>
        </p:nvPicPr>
        <p:blipFill>
          <a:blip r:embed="rId7"/>
          <a:srcRect l="408" r="408"/>
          <a:stretch/>
        </p:blipFill>
        <p:spPr>
          <a:xfrm>
            <a:off x="14808175" y="5391150"/>
            <a:ext cx="438150" cy="438150"/>
          </a:xfrm>
          <a:prstGeom prst="ellipse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15379675" y="5399261"/>
            <a:ext cx="1815882" cy="255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130"/>
              </a:lnSpc>
              <a:buNone/>
            </a:pPr>
            <a:r>
              <a:rPr lang="en-US" sz="142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Kushal Rao</a:t>
            </a:r>
            <a:endParaRPr lang="en-US" sz="1425" dirty="0"/>
          </a:p>
        </p:txBody>
      </p:sp>
      <p:sp>
        <p:nvSpPr>
          <p:cNvPr id="53" name="Text 46"/>
          <p:cNvSpPr/>
          <p:nvPr/>
        </p:nvSpPr>
        <p:spPr>
          <a:xfrm>
            <a:off x="15379675" y="5635451"/>
            <a:ext cx="181588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1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Co-Founder &amp; CEO India</a:t>
            </a:r>
            <a:endParaRPr lang="en-US" sz="1125" dirty="0"/>
          </a:p>
        </p:txBody>
      </p:sp>
      <p:pic>
        <p:nvPicPr>
          <p:cNvPr id="5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763000" y="6153150"/>
            <a:ext cx="438150" cy="438150"/>
          </a:xfrm>
          <a:prstGeom prst="ellipse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9334500" y="6161261"/>
            <a:ext cx="2145268" cy="255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130"/>
              </a:lnSpc>
              <a:buNone/>
            </a:pPr>
            <a:r>
              <a:rPr lang="en-US" sz="142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Viktoria Schünemann</a:t>
            </a:r>
            <a:endParaRPr lang="en-US" sz="1425" dirty="0"/>
          </a:p>
        </p:txBody>
      </p:sp>
      <p:sp>
        <p:nvSpPr>
          <p:cNvPr id="56" name="Text 48"/>
          <p:cNvSpPr/>
          <p:nvPr/>
        </p:nvSpPr>
        <p:spPr>
          <a:xfrm>
            <a:off x="9334500" y="6397451"/>
            <a:ext cx="214526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1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Managing Partner &amp; Co-CCO</a:t>
            </a:r>
            <a:endParaRPr lang="en-US" sz="1125" dirty="0"/>
          </a:p>
        </p:txBody>
      </p:sp>
      <p:pic>
        <p:nvPicPr>
          <p:cNvPr id="57" name="Image 6" descr="preencoded.png"/>
          <p:cNvPicPr>
            <a:picLocks noChangeAspect="1"/>
          </p:cNvPicPr>
          <p:nvPr/>
        </p:nvPicPr>
        <p:blipFill>
          <a:blip r:embed="rId9"/>
          <a:srcRect l="408" r="408"/>
          <a:stretch/>
        </p:blipFill>
        <p:spPr>
          <a:xfrm>
            <a:off x="11785550" y="6153150"/>
            <a:ext cx="438150" cy="438150"/>
          </a:xfrm>
          <a:prstGeom prst="ellipse">
            <a:avLst/>
          </a:prstGeom>
        </p:spPr>
      </p:pic>
      <p:sp>
        <p:nvSpPr>
          <p:cNvPr id="58" name="Text 49"/>
          <p:cNvSpPr/>
          <p:nvPr/>
        </p:nvSpPr>
        <p:spPr>
          <a:xfrm>
            <a:off x="12357050" y="6161261"/>
            <a:ext cx="2145268" cy="255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130"/>
              </a:lnSpc>
              <a:buNone/>
            </a:pPr>
            <a:r>
              <a:rPr lang="en-US" sz="142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Elena Manovska</a:t>
            </a:r>
            <a:endParaRPr lang="en-US" sz="1425" dirty="0"/>
          </a:p>
        </p:txBody>
      </p:sp>
      <p:sp>
        <p:nvSpPr>
          <p:cNvPr id="59" name="Text 50"/>
          <p:cNvSpPr/>
          <p:nvPr/>
        </p:nvSpPr>
        <p:spPr>
          <a:xfrm>
            <a:off x="12357050" y="6397451"/>
            <a:ext cx="214526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1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Managing Partner &amp; Co-CCO</a:t>
            </a:r>
            <a:endParaRPr lang="en-US" sz="1125" dirty="0"/>
          </a:p>
        </p:txBody>
      </p:sp>
      <p:pic>
        <p:nvPicPr>
          <p:cNvPr id="60" name="Image 7" descr="preencoded.png"/>
          <p:cNvPicPr>
            <a:picLocks noChangeAspect="1"/>
          </p:cNvPicPr>
          <p:nvPr/>
        </p:nvPicPr>
        <p:blipFill>
          <a:blip r:embed="rId10"/>
          <a:srcRect l="408" r="408"/>
          <a:stretch/>
        </p:blipFill>
        <p:spPr>
          <a:xfrm>
            <a:off x="14808175" y="6153150"/>
            <a:ext cx="438150" cy="438150"/>
          </a:xfrm>
          <a:prstGeom prst="ellipse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15379675" y="6161261"/>
            <a:ext cx="1936537" cy="255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130"/>
              </a:lnSpc>
              <a:buNone/>
            </a:pPr>
            <a:r>
              <a:rPr lang="en-US" sz="142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Muhamet Abdullahu</a:t>
            </a:r>
            <a:endParaRPr lang="en-US" sz="1425" dirty="0"/>
          </a:p>
        </p:txBody>
      </p:sp>
      <p:sp>
        <p:nvSpPr>
          <p:cNvPr id="62" name="Text 52"/>
          <p:cNvSpPr/>
          <p:nvPr/>
        </p:nvSpPr>
        <p:spPr>
          <a:xfrm>
            <a:off x="15379675" y="6397451"/>
            <a:ext cx="1936537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1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 Kosovo</a:t>
            </a:r>
            <a:endParaRPr lang="en-US" sz="1125" dirty="0"/>
          </a:p>
        </p:txBody>
      </p:sp>
      <p:pic>
        <p:nvPicPr>
          <p:cNvPr id="6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8153400"/>
            <a:ext cx="16916400" cy="1002432"/>
          </a:xfrm>
          <a:prstGeom prst="rect">
            <a:avLst/>
          </a:prstGeom>
        </p:spPr>
      </p:pic>
      <p:sp>
        <p:nvSpPr>
          <p:cNvPr id="64" name="Text 53"/>
          <p:cNvSpPr/>
          <p:nvPr/>
        </p:nvSpPr>
        <p:spPr>
          <a:xfrm>
            <a:off x="685800" y="9525000"/>
            <a:ext cx="671272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SOLUTIONS GROUP · BOREKSOLUTIONS.DE</a:t>
            </a:r>
            <a:endParaRPr lang="en-US" sz="1125" dirty="0"/>
          </a:p>
        </p:txBody>
      </p:sp>
      <p:sp>
        <p:nvSpPr>
          <p:cNvPr id="65" name="Text 54"/>
          <p:cNvSpPr/>
          <p:nvPr/>
        </p:nvSpPr>
        <p:spPr>
          <a:xfrm>
            <a:off x="16943933" y="9525000"/>
            <a:ext cx="73446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26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5200" y="1019175"/>
            <a:ext cx="2667000" cy="6236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133475"/>
            <a:ext cx="121183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63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NOW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685800" y="1428750"/>
            <a:ext cx="12753975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034"/>
              </a:lnSpc>
              <a:buNone/>
            </a:pPr>
            <a:r>
              <a:rPr lang="en-US" sz="4500" kern="0" spc="-9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three to five years your competitor is an autonomous company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685800" y="2857500"/>
            <a:ext cx="12753975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683"/>
              </a:lnSpc>
              <a:buNone/>
            </a:pPr>
            <a:r>
              <a:rPr lang="en-US" sz="19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company will have to automate large parts of its business — not because it's fashionable, but because it competes with firms that run entire processes without people.</a:t>
            </a:r>
            <a:endParaRPr lang="en-US" sz="1950" dirty="0"/>
          </a:p>
        </p:txBody>
      </p:sp>
      <p:sp>
        <p:nvSpPr>
          <p:cNvPr id="6" name="Shape 3"/>
          <p:cNvSpPr/>
          <p:nvPr/>
        </p:nvSpPr>
        <p:spPr>
          <a:xfrm>
            <a:off x="685800" y="3810000"/>
            <a:ext cx="8286750" cy="3429000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114425" y="4162425"/>
            <a:ext cx="8172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188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ATTACKERS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1114425" y="4467225"/>
            <a:ext cx="8172450" cy="4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172"/>
              </a:lnSpc>
              <a:buNone/>
            </a:pPr>
            <a:r>
              <a:rPr lang="en-US" sz="270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AI-native attackers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1114425" y="5147295"/>
            <a:ext cx="295275" cy="34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725" dirty="0"/>
          </a:p>
        </p:txBody>
      </p:sp>
      <p:sp>
        <p:nvSpPr>
          <p:cNvPr id="10" name="Text 7"/>
          <p:cNvSpPr/>
          <p:nvPr/>
        </p:nvSpPr>
        <p:spPr>
          <a:xfrm>
            <a:off x="1485900" y="5147295"/>
            <a:ext cx="5529582" cy="34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from day one — no legacy in the way</a:t>
            </a:r>
            <a:endParaRPr lang="en-US" sz="1725" dirty="0"/>
          </a:p>
        </p:txBody>
      </p:sp>
      <p:sp>
        <p:nvSpPr>
          <p:cNvPr id="11" name="Text 8"/>
          <p:cNvSpPr/>
          <p:nvPr/>
        </p:nvSpPr>
        <p:spPr>
          <a:xfrm>
            <a:off x="1114425" y="5606355"/>
            <a:ext cx="295275" cy="34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725" dirty="0"/>
          </a:p>
        </p:txBody>
      </p:sp>
      <p:sp>
        <p:nvSpPr>
          <p:cNvPr id="12" name="Text 9"/>
          <p:cNvSpPr/>
          <p:nvPr/>
        </p:nvSpPr>
        <p:spPr>
          <a:xfrm>
            <a:off x="1485900" y="5606355"/>
            <a:ext cx="6100852" cy="34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teams, machine speed, almost no marginal cost</a:t>
            </a:r>
            <a:endParaRPr lang="en-US" sz="1725" dirty="0"/>
          </a:p>
        </p:txBody>
      </p:sp>
      <p:sp>
        <p:nvSpPr>
          <p:cNvPr id="13" name="Text 10"/>
          <p:cNvSpPr/>
          <p:nvPr/>
        </p:nvSpPr>
        <p:spPr>
          <a:xfrm>
            <a:off x="1114425" y="6065416"/>
            <a:ext cx="295275" cy="34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725" dirty="0"/>
          </a:p>
        </p:txBody>
      </p:sp>
      <p:sp>
        <p:nvSpPr>
          <p:cNvPr id="14" name="Text 11"/>
          <p:cNvSpPr/>
          <p:nvPr/>
        </p:nvSpPr>
        <p:spPr>
          <a:xfrm>
            <a:off x="1485900" y="6065416"/>
            <a:ext cx="6807674" cy="34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grow into your market — without your personnel costs</a:t>
            </a:r>
            <a:endParaRPr lang="en-US" sz="1725" dirty="0"/>
          </a:p>
        </p:txBody>
      </p:sp>
      <p:sp>
        <p:nvSpPr>
          <p:cNvPr id="15" name="Text 12"/>
          <p:cNvSpPr/>
          <p:nvPr/>
        </p:nvSpPr>
        <p:spPr>
          <a:xfrm>
            <a:off x="1114425" y="6524476"/>
            <a:ext cx="295275" cy="34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725" dirty="0"/>
          </a:p>
        </p:txBody>
      </p:sp>
      <p:sp>
        <p:nvSpPr>
          <p:cNvPr id="16" name="Text 13"/>
          <p:cNvSpPr/>
          <p:nvPr/>
        </p:nvSpPr>
        <p:spPr>
          <a:xfrm>
            <a:off x="1485900" y="6524476"/>
            <a:ext cx="4914439" cy="34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price floor becomes their price ceiling</a:t>
            </a:r>
            <a:endParaRPr lang="en-US" sz="1725" dirty="0"/>
          </a:p>
        </p:txBody>
      </p:sp>
      <p:sp>
        <p:nvSpPr>
          <p:cNvPr id="17" name="Shape 14"/>
          <p:cNvSpPr/>
          <p:nvPr/>
        </p:nvSpPr>
        <p:spPr>
          <a:xfrm>
            <a:off x="9315450" y="3810000"/>
            <a:ext cx="8286750" cy="3429000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744075" y="4162425"/>
            <a:ext cx="8172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188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INCUMBENTS</a:t>
            </a:r>
            <a:endParaRPr lang="en-US" sz="1125" dirty="0"/>
          </a:p>
        </p:txBody>
      </p:sp>
      <p:sp>
        <p:nvSpPr>
          <p:cNvPr id="19" name="Text 16"/>
          <p:cNvSpPr/>
          <p:nvPr/>
        </p:nvSpPr>
        <p:spPr>
          <a:xfrm>
            <a:off x="9744075" y="4467225"/>
            <a:ext cx="8172450" cy="4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172"/>
              </a:lnSpc>
              <a:buNone/>
            </a:pPr>
            <a:r>
              <a:rPr lang="en-US" sz="270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Established mid-size companies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9744075" y="5147295"/>
            <a:ext cx="295275" cy="34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725" dirty="0"/>
          </a:p>
        </p:txBody>
      </p:sp>
      <p:sp>
        <p:nvSpPr>
          <p:cNvPr id="21" name="Text 18"/>
          <p:cNvSpPr/>
          <p:nvPr/>
        </p:nvSpPr>
        <p:spPr>
          <a:xfrm>
            <a:off x="10115550" y="5147295"/>
            <a:ext cx="5757223" cy="34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Processes built for a pre-AI world — run by people</a:t>
            </a:r>
            <a:endParaRPr lang="en-US" sz="1725" dirty="0"/>
          </a:p>
        </p:txBody>
      </p:sp>
      <p:sp>
        <p:nvSpPr>
          <p:cNvPr id="22" name="Text 19"/>
          <p:cNvSpPr/>
          <p:nvPr/>
        </p:nvSpPr>
        <p:spPr>
          <a:xfrm>
            <a:off x="9744075" y="5606355"/>
            <a:ext cx="295275" cy="34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725" dirty="0"/>
          </a:p>
        </p:txBody>
      </p:sp>
      <p:sp>
        <p:nvSpPr>
          <p:cNvPr id="23" name="Text 20"/>
          <p:cNvSpPr/>
          <p:nvPr/>
        </p:nvSpPr>
        <p:spPr>
          <a:xfrm>
            <a:off x="10115550" y="5606355"/>
            <a:ext cx="5998696" cy="34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arrives in fragments: a chatbot here, a script there</a:t>
            </a:r>
            <a:endParaRPr lang="en-US" sz="1725" dirty="0"/>
          </a:p>
        </p:txBody>
      </p:sp>
      <p:sp>
        <p:nvSpPr>
          <p:cNvPr id="24" name="Text 21"/>
          <p:cNvSpPr/>
          <p:nvPr/>
        </p:nvSpPr>
        <p:spPr>
          <a:xfrm>
            <a:off x="9744075" y="6065416"/>
            <a:ext cx="295275" cy="34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725" dirty="0"/>
          </a:p>
        </p:txBody>
      </p:sp>
      <p:sp>
        <p:nvSpPr>
          <p:cNvPr id="25" name="Text 22"/>
          <p:cNvSpPr/>
          <p:nvPr/>
        </p:nvSpPr>
        <p:spPr>
          <a:xfrm>
            <a:off x="10115550" y="6065416"/>
            <a:ext cx="4133783" cy="34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central place to steer automation</a:t>
            </a:r>
            <a:endParaRPr lang="en-US" sz="1725" dirty="0"/>
          </a:p>
        </p:txBody>
      </p:sp>
      <p:sp>
        <p:nvSpPr>
          <p:cNvPr id="26" name="Text 23"/>
          <p:cNvSpPr/>
          <p:nvPr/>
        </p:nvSpPr>
        <p:spPr>
          <a:xfrm>
            <a:off x="9744075" y="6524476"/>
            <a:ext cx="295275" cy="34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725" dirty="0"/>
          </a:p>
        </p:txBody>
      </p:sp>
      <p:sp>
        <p:nvSpPr>
          <p:cNvPr id="27" name="Text 24"/>
          <p:cNvSpPr/>
          <p:nvPr/>
        </p:nvSpPr>
        <p:spPr>
          <a:xfrm>
            <a:off x="10115550" y="6524476"/>
            <a:ext cx="5367345" cy="34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expertise — but locked in people's heads</a:t>
            </a:r>
            <a:endParaRPr lang="en-US" sz="1725" dirty="0"/>
          </a:p>
        </p:txBody>
      </p:sp>
      <p:sp>
        <p:nvSpPr>
          <p:cNvPr id="28" name="Shape 25"/>
          <p:cNvSpPr/>
          <p:nvPr/>
        </p:nvSpPr>
        <p:spPr>
          <a:xfrm>
            <a:off x="685800" y="7477125"/>
            <a:ext cx="16916400" cy="1047750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038225" y="7727156"/>
            <a:ext cx="1783270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88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QUESTION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038225" y="7965281"/>
            <a:ext cx="1783270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875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question is not whether you automate. It’s how fast, at what cost — and on whose terms.</a:t>
            </a:r>
            <a:endParaRPr lang="en-US" sz="1875" dirty="0"/>
          </a:p>
        </p:txBody>
      </p:sp>
      <p:sp>
        <p:nvSpPr>
          <p:cNvPr id="31" name="Text 28"/>
          <p:cNvSpPr/>
          <p:nvPr/>
        </p:nvSpPr>
        <p:spPr>
          <a:xfrm>
            <a:off x="685800" y="8686800"/>
            <a:ext cx="18608040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783"/>
              </a:lnSpc>
              <a:buNone/>
            </a:pPr>
            <a:r>
              <a:rPr lang="en-US" sz="1425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means: the process runs without anyone triggering it — people only decide the exceptions.</a:t>
            </a:r>
            <a:endParaRPr lang="en-US" sz="1425" dirty="0"/>
          </a:p>
        </p:txBody>
      </p:sp>
      <p:sp>
        <p:nvSpPr>
          <p:cNvPr id="32" name="Text 29"/>
          <p:cNvSpPr/>
          <p:nvPr/>
        </p:nvSpPr>
        <p:spPr>
          <a:xfrm>
            <a:off x="685800" y="9525000"/>
            <a:ext cx="671272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SOLUTIONS GROUP · BOREKSOLUTIONS.DE</a:t>
            </a:r>
            <a:endParaRPr lang="en-US" sz="1125" dirty="0"/>
          </a:p>
        </p:txBody>
      </p:sp>
      <p:sp>
        <p:nvSpPr>
          <p:cNvPr id="33" name="Text 30"/>
          <p:cNvSpPr/>
          <p:nvPr/>
        </p:nvSpPr>
        <p:spPr>
          <a:xfrm>
            <a:off x="16942817" y="9525000"/>
            <a:ext cx="73558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26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5200" y="1019175"/>
            <a:ext cx="2667000" cy="6236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133475"/>
            <a:ext cx="173885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63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685800" y="1428750"/>
            <a:ext cx="15506700" cy="5619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909"/>
              </a:lnSpc>
              <a:buNone/>
            </a:pPr>
            <a:r>
              <a:rPr lang="en-US" sz="3750" kern="0" spc="-9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Everyone has recognised it. Almost nobody gets it done.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685800" y="2266950"/>
            <a:ext cx="15157609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966"/>
              </a:lnSpc>
              <a:buNone/>
            </a:pPr>
            <a:r>
              <a:rPr lang="en-US" sz="18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Mid-sized companies don’t need another roadmap. Real transformation starts where someone actually builds, runs and stands behind the automations.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85800" y="3152775"/>
            <a:ext cx="4014788" cy="3562350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19175" y="3486150"/>
            <a:ext cx="368284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941"/>
              </a:lnSpc>
              <a:buNone/>
            </a:pPr>
            <a:r>
              <a:rPr lang="en-US" sz="210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 scarcity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19175" y="3971925"/>
            <a:ext cx="3448479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157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engineers are scarce and expensive worldwide — a single hire takes months and carries full employer risk.</a:t>
            </a:r>
            <a:endParaRPr lang="en-US" sz="1575" dirty="0"/>
          </a:p>
        </p:txBody>
      </p:sp>
      <p:sp>
        <p:nvSpPr>
          <p:cNvPr id="9" name="Shape 6"/>
          <p:cNvSpPr/>
          <p:nvPr/>
        </p:nvSpPr>
        <p:spPr>
          <a:xfrm>
            <a:off x="4986338" y="3152775"/>
            <a:ext cx="4014788" cy="3562350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319713" y="3486150"/>
            <a:ext cx="368284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941"/>
              </a:lnSpc>
              <a:buNone/>
            </a:pPr>
            <a:r>
              <a:rPr lang="en-US" sz="210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Consultants deliver slides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5319713" y="3971925"/>
            <a:ext cx="3448479" cy="93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157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pay day rates for concepts and roadmaps. At project end the running automation is still missing.</a:t>
            </a:r>
            <a:endParaRPr lang="en-US" sz="1575" dirty="0"/>
          </a:p>
        </p:txBody>
      </p:sp>
      <p:sp>
        <p:nvSpPr>
          <p:cNvPr id="12" name="Shape 9"/>
          <p:cNvSpPr/>
          <p:nvPr/>
        </p:nvSpPr>
        <p:spPr>
          <a:xfrm>
            <a:off x="9286875" y="3152775"/>
            <a:ext cx="4014788" cy="3562350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620250" y="3486150"/>
            <a:ext cx="344847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941"/>
              </a:lnSpc>
              <a:buNone/>
            </a:pPr>
            <a:r>
              <a:rPr lang="en-US" sz="210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 are bought, not used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9620250" y="4305300"/>
            <a:ext cx="3448479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157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licence is not an automation. Someone has to specify, build, test and operate it — and nobody has the time.</a:t>
            </a:r>
            <a:endParaRPr lang="en-US" sz="1575" dirty="0"/>
          </a:p>
        </p:txBody>
      </p:sp>
      <p:sp>
        <p:nvSpPr>
          <p:cNvPr id="15" name="Shape 12"/>
          <p:cNvSpPr/>
          <p:nvPr/>
        </p:nvSpPr>
        <p:spPr>
          <a:xfrm>
            <a:off x="13587413" y="3152775"/>
            <a:ext cx="4014788" cy="3562350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3920788" y="3486150"/>
            <a:ext cx="344847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941"/>
              </a:lnSpc>
              <a:buNone/>
            </a:pPr>
            <a:r>
              <a:rPr lang="en-US" sz="210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potential stays invisible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3920788" y="4305300"/>
            <a:ext cx="3448479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529"/>
              </a:lnSpc>
              <a:buNone/>
            </a:pPr>
            <a:r>
              <a:rPr lang="en-US" sz="157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Nobody has the complete map of what can be automated. It sits in the heads of the people doing the work.</a:t>
            </a:r>
            <a:endParaRPr lang="en-US" sz="1575" dirty="0"/>
          </a:p>
        </p:txBody>
      </p:sp>
      <p:sp>
        <p:nvSpPr>
          <p:cNvPr id="18" name="Shape 15"/>
          <p:cNvSpPr/>
          <p:nvPr/>
        </p:nvSpPr>
        <p:spPr>
          <a:xfrm>
            <a:off x="685800" y="7019925"/>
            <a:ext cx="16916400" cy="1838325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019175" y="7296150"/>
            <a:ext cx="1787461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88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USUAL OUTCOME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019175" y="7667625"/>
            <a:ext cx="574862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019"/>
              </a:lnSpc>
              <a:buNone/>
            </a:pPr>
            <a:r>
              <a:rPr lang="en-US" sz="3300" b="1" kern="0" spc="-75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</a:t>
            </a:r>
            <a:endParaRPr lang="en-US" sz="3300" dirty="0"/>
          </a:p>
        </p:txBody>
      </p:sp>
      <p:sp>
        <p:nvSpPr>
          <p:cNvPr id="21" name="Text 18"/>
          <p:cNvSpPr/>
          <p:nvPr/>
        </p:nvSpPr>
        <p:spPr>
          <a:xfrm>
            <a:off x="1019175" y="8181975"/>
            <a:ext cx="574862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department, just for manual discovery</a:t>
            </a:r>
            <a:endParaRPr lang="en-US" sz="1425" dirty="0"/>
          </a:p>
        </p:txBody>
      </p:sp>
      <p:sp>
        <p:nvSpPr>
          <p:cNvPr id="22" name="Text 19"/>
          <p:cNvSpPr/>
          <p:nvPr/>
        </p:nvSpPr>
        <p:spPr>
          <a:xfrm>
            <a:off x="6530950" y="7667625"/>
            <a:ext cx="574862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019"/>
              </a:lnSpc>
              <a:buNone/>
            </a:pPr>
            <a:r>
              <a:rPr lang="en-US" sz="3300" b="1" kern="0" spc="-75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handful</a:t>
            </a:r>
            <a:endParaRPr lang="en-US" sz="3300" dirty="0"/>
          </a:p>
        </p:txBody>
      </p:sp>
      <p:sp>
        <p:nvSpPr>
          <p:cNvPr id="23" name="Text 20"/>
          <p:cNvSpPr/>
          <p:nvPr/>
        </p:nvSpPr>
        <p:spPr>
          <a:xfrm>
            <a:off x="6530950" y="8181975"/>
            <a:ext cx="574862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ideas come to light — the rest stays hidden</a:t>
            </a:r>
            <a:endParaRPr lang="en-US" sz="1425" dirty="0"/>
          </a:p>
        </p:txBody>
      </p:sp>
      <p:sp>
        <p:nvSpPr>
          <p:cNvPr id="24" name="Text 21"/>
          <p:cNvSpPr/>
          <p:nvPr/>
        </p:nvSpPr>
        <p:spPr>
          <a:xfrm>
            <a:off x="12042725" y="7667625"/>
            <a:ext cx="574871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3019"/>
              </a:lnSpc>
              <a:buNone/>
            </a:pPr>
            <a:r>
              <a:rPr lang="en-US" sz="3300" b="1" kern="0" spc="-75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1–2</a:t>
            </a:r>
            <a:endParaRPr lang="en-US" sz="3300" dirty="0"/>
          </a:p>
        </p:txBody>
      </p:sp>
      <p:sp>
        <p:nvSpPr>
          <p:cNvPr id="25" name="Text 22"/>
          <p:cNvSpPr/>
          <p:nvPr/>
        </p:nvSpPr>
        <p:spPr>
          <a:xfrm>
            <a:off x="12042725" y="8181975"/>
            <a:ext cx="574871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pilots that never go into production</a:t>
            </a:r>
            <a:endParaRPr lang="en-US" sz="1425" dirty="0"/>
          </a:p>
        </p:txBody>
      </p:sp>
      <p:sp>
        <p:nvSpPr>
          <p:cNvPr id="26" name="Text 23"/>
          <p:cNvSpPr/>
          <p:nvPr/>
        </p:nvSpPr>
        <p:spPr>
          <a:xfrm>
            <a:off x="685800" y="9525000"/>
            <a:ext cx="671272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SOLUTIONS GROUP · BOREKSOLUTIONS.DE</a:t>
            </a:r>
          </a:p>
          <a:p>
            <a:pPr marL="0" indent="0" algn="l">
              <a:buNone/>
            </a:pPr>
            <a:endParaRPr lang="en-US" sz="1125" dirty="0"/>
          </a:p>
        </p:txBody>
      </p:sp>
      <p:sp>
        <p:nvSpPr>
          <p:cNvPr id="27" name="Text 24"/>
          <p:cNvSpPr/>
          <p:nvPr/>
        </p:nvSpPr>
        <p:spPr>
          <a:xfrm>
            <a:off x="16938799" y="9525000"/>
            <a:ext cx="73960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26</a:t>
            </a:r>
            <a:endParaRPr lang="en-US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5200" y="1019175"/>
            <a:ext cx="2667000" cy="6236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133475"/>
            <a:ext cx="311435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63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GAP IN THE MARKET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685800" y="1428750"/>
            <a:ext cx="12753975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034"/>
              </a:lnSpc>
              <a:buNone/>
            </a:pPr>
            <a:r>
              <a:rPr lang="en-US" sz="4500" kern="0" spc="-9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Everyone delivers a piece. Nobody delivers the solution end to end.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685800" y="2714625"/>
            <a:ext cx="15765875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48"/>
              </a:lnSpc>
              <a:buNone/>
            </a:pPr>
            <a:r>
              <a:rPr lang="en-US" sz="16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types of provider work on the same problem. Each covers part of the chain — and leaves you the rest. The categories describe typical market offerings, not any single provider.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685800" y="3888060"/>
            <a:ext cx="5715000" cy="19050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0" y="3888060"/>
            <a:ext cx="2240235" cy="19050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57950" y="3581400"/>
            <a:ext cx="2125935" cy="21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050" b="1" kern="0" spc="1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PLATFORMS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641035" y="3888060"/>
            <a:ext cx="2240310" cy="19050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698185" y="3581400"/>
            <a:ext cx="2126010" cy="21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050" b="1" kern="0" spc="1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CONSULTANCIES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0881345" y="3888060"/>
            <a:ext cx="2240235" cy="19050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938495" y="3581400"/>
            <a:ext cx="2125935" cy="21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050" b="1" kern="0" spc="1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OFFSHORE STAFFING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3121580" y="3888060"/>
            <a:ext cx="2240310" cy="19050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3178730" y="3581400"/>
            <a:ext cx="2126010" cy="21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050" b="1" kern="0" spc="1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BOUTIQUES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5361890" y="3448050"/>
            <a:ext cx="2240235" cy="459060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5361890" y="3888060"/>
            <a:ext cx="2240235" cy="19050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5419040" y="3581400"/>
            <a:ext cx="2125935" cy="21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85800" y="4414763"/>
            <a:ext cx="571500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85800" y="4030935"/>
            <a:ext cx="5886450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059"/>
              </a:lnSpc>
              <a:buNone/>
            </a:pPr>
            <a:r>
              <a:rPr lang="en-US" sz="1575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Finds the potential across the whole company</a:t>
            </a:r>
            <a:endParaRPr lang="en-US" sz="1575" dirty="0"/>
          </a:p>
        </p:txBody>
      </p:sp>
      <p:sp>
        <p:nvSpPr>
          <p:cNvPr id="20" name="Shape 17"/>
          <p:cNvSpPr/>
          <p:nvPr/>
        </p:nvSpPr>
        <p:spPr>
          <a:xfrm>
            <a:off x="6400800" y="4414763"/>
            <a:ext cx="2240235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515100" y="4030935"/>
            <a:ext cx="2011635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575" b="1" dirty="0">
                <a:solidFill>
                  <a:srgbClr val="124F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75" dirty="0"/>
          </a:p>
        </p:txBody>
      </p:sp>
      <p:sp>
        <p:nvSpPr>
          <p:cNvPr id="22" name="Shape 19"/>
          <p:cNvSpPr/>
          <p:nvPr/>
        </p:nvSpPr>
        <p:spPr>
          <a:xfrm>
            <a:off x="8641035" y="4414763"/>
            <a:ext cx="224031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755335" y="4030935"/>
            <a:ext cx="2011710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57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575" dirty="0"/>
          </a:p>
        </p:txBody>
      </p:sp>
      <p:sp>
        <p:nvSpPr>
          <p:cNvPr id="24" name="Shape 21"/>
          <p:cNvSpPr/>
          <p:nvPr/>
        </p:nvSpPr>
        <p:spPr>
          <a:xfrm>
            <a:off x="10881345" y="4414763"/>
            <a:ext cx="2240235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0995645" y="4030935"/>
            <a:ext cx="2011635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57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575" dirty="0"/>
          </a:p>
        </p:txBody>
      </p:sp>
      <p:sp>
        <p:nvSpPr>
          <p:cNvPr id="26" name="Shape 23"/>
          <p:cNvSpPr/>
          <p:nvPr/>
        </p:nvSpPr>
        <p:spPr>
          <a:xfrm>
            <a:off x="13121580" y="4414763"/>
            <a:ext cx="224031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13235880" y="4030935"/>
            <a:ext cx="2011710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57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partly</a:t>
            </a:r>
            <a:endParaRPr lang="en-US" sz="1575" dirty="0"/>
          </a:p>
        </p:txBody>
      </p:sp>
      <p:sp>
        <p:nvSpPr>
          <p:cNvPr id="28" name="Shape 25"/>
          <p:cNvSpPr/>
          <p:nvPr/>
        </p:nvSpPr>
        <p:spPr>
          <a:xfrm>
            <a:off x="15361890" y="3907110"/>
            <a:ext cx="2240235" cy="517178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15361890" y="4414763"/>
            <a:ext cx="2240235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5476190" y="4030935"/>
            <a:ext cx="2011635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75" dirty="0"/>
          </a:p>
        </p:txBody>
      </p:sp>
      <p:sp>
        <p:nvSpPr>
          <p:cNvPr id="31" name="Shape 28"/>
          <p:cNvSpPr/>
          <p:nvPr/>
        </p:nvSpPr>
        <p:spPr>
          <a:xfrm>
            <a:off x="685800" y="4931941"/>
            <a:ext cx="571500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85800" y="4548113"/>
            <a:ext cx="5886450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059"/>
              </a:lnSpc>
              <a:buNone/>
            </a:pPr>
            <a:r>
              <a:rPr lang="en-US" sz="1575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Builds the running automation</a:t>
            </a:r>
            <a:endParaRPr lang="en-US" sz="1575" dirty="0"/>
          </a:p>
        </p:txBody>
      </p:sp>
      <p:sp>
        <p:nvSpPr>
          <p:cNvPr id="33" name="Shape 30"/>
          <p:cNvSpPr/>
          <p:nvPr/>
        </p:nvSpPr>
        <p:spPr>
          <a:xfrm>
            <a:off x="6400800" y="4931941"/>
            <a:ext cx="2240235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515100" y="4548113"/>
            <a:ext cx="2011635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57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partly</a:t>
            </a:r>
            <a:endParaRPr lang="en-US" sz="1575" dirty="0"/>
          </a:p>
        </p:txBody>
      </p:sp>
      <p:sp>
        <p:nvSpPr>
          <p:cNvPr id="35" name="Shape 32"/>
          <p:cNvSpPr/>
          <p:nvPr/>
        </p:nvSpPr>
        <p:spPr>
          <a:xfrm>
            <a:off x="8641035" y="4931941"/>
            <a:ext cx="224031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8755335" y="4548113"/>
            <a:ext cx="2011710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57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575" dirty="0"/>
          </a:p>
        </p:txBody>
      </p:sp>
      <p:sp>
        <p:nvSpPr>
          <p:cNvPr id="37" name="Shape 34"/>
          <p:cNvSpPr/>
          <p:nvPr/>
        </p:nvSpPr>
        <p:spPr>
          <a:xfrm>
            <a:off x="10881345" y="4931941"/>
            <a:ext cx="2240235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10995645" y="4548113"/>
            <a:ext cx="2011635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575" b="1" dirty="0">
                <a:solidFill>
                  <a:srgbClr val="124F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75" dirty="0"/>
          </a:p>
        </p:txBody>
      </p:sp>
      <p:sp>
        <p:nvSpPr>
          <p:cNvPr id="39" name="Shape 36"/>
          <p:cNvSpPr/>
          <p:nvPr/>
        </p:nvSpPr>
        <p:spPr>
          <a:xfrm>
            <a:off x="13121580" y="4931941"/>
            <a:ext cx="224031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13235880" y="4548113"/>
            <a:ext cx="2011710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575" b="1" dirty="0">
                <a:solidFill>
                  <a:srgbClr val="124F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75" dirty="0"/>
          </a:p>
        </p:txBody>
      </p:sp>
      <p:sp>
        <p:nvSpPr>
          <p:cNvPr id="41" name="Shape 38"/>
          <p:cNvSpPr/>
          <p:nvPr/>
        </p:nvSpPr>
        <p:spPr>
          <a:xfrm>
            <a:off x="15361890" y="4424288"/>
            <a:ext cx="2240235" cy="517178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15361890" y="4931941"/>
            <a:ext cx="2240235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15476190" y="4548113"/>
            <a:ext cx="2011635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75" dirty="0"/>
          </a:p>
        </p:txBody>
      </p:sp>
      <p:sp>
        <p:nvSpPr>
          <p:cNvPr id="44" name="Shape 41"/>
          <p:cNvSpPr/>
          <p:nvPr/>
        </p:nvSpPr>
        <p:spPr>
          <a:xfrm>
            <a:off x="685800" y="5449119"/>
            <a:ext cx="571500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685800" y="5065291"/>
            <a:ext cx="5886450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059"/>
              </a:lnSpc>
              <a:buNone/>
            </a:pPr>
            <a:r>
              <a:rPr lang="en-US" sz="1575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Operates it and measures the automation level</a:t>
            </a:r>
            <a:endParaRPr lang="en-US" sz="1575" dirty="0"/>
          </a:p>
        </p:txBody>
      </p:sp>
      <p:sp>
        <p:nvSpPr>
          <p:cNvPr id="46" name="Shape 43"/>
          <p:cNvSpPr/>
          <p:nvPr/>
        </p:nvSpPr>
        <p:spPr>
          <a:xfrm>
            <a:off x="6400800" y="5449119"/>
            <a:ext cx="2240235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6515100" y="5065291"/>
            <a:ext cx="2011635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57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partly</a:t>
            </a:r>
            <a:endParaRPr lang="en-US" sz="1575" dirty="0"/>
          </a:p>
        </p:txBody>
      </p:sp>
      <p:sp>
        <p:nvSpPr>
          <p:cNvPr id="48" name="Shape 45"/>
          <p:cNvSpPr/>
          <p:nvPr/>
        </p:nvSpPr>
        <p:spPr>
          <a:xfrm>
            <a:off x="8641035" y="5449119"/>
            <a:ext cx="224031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8755335" y="5065291"/>
            <a:ext cx="2011710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57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575" dirty="0"/>
          </a:p>
        </p:txBody>
      </p:sp>
      <p:sp>
        <p:nvSpPr>
          <p:cNvPr id="50" name="Shape 47"/>
          <p:cNvSpPr/>
          <p:nvPr/>
        </p:nvSpPr>
        <p:spPr>
          <a:xfrm>
            <a:off x="10881345" y="5449119"/>
            <a:ext cx="2240235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10995645" y="5065291"/>
            <a:ext cx="2011635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57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575" dirty="0"/>
          </a:p>
        </p:txBody>
      </p:sp>
      <p:sp>
        <p:nvSpPr>
          <p:cNvPr id="52" name="Shape 49"/>
          <p:cNvSpPr/>
          <p:nvPr/>
        </p:nvSpPr>
        <p:spPr>
          <a:xfrm>
            <a:off x="13121580" y="5449119"/>
            <a:ext cx="224031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13235880" y="5065291"/>
            <a:ext cx="2011710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57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partly</a:t>
            </a:r>
            <a:endParaRPr lang="en-US" sz="1575" dirty="0"/>
          </a:p>
        </p:txBody>
      </p:sp>
      <p:sp>
        <p:nvSpPr>
          <p:cNvPr id="54" name="Shape 51"/>
          <p:cNvSpPr/>
          <p:nvPr/>
        </p:nvSpPr>
        <p:spPr>
          <a:xfrm>
            <a:off x="15361890" y="4941466"/>
            <a:ext cx="2240235" cy="517178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15361890" y="5449119"/>
            <a:ext cx="2240235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15476190" y="5065291"/>
            <a:ext cx="2011635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75" dirty="0"/>
          </a:p>
        </p:txBody>
      </p:sp>
      <p:sp>
        <p:nvSpPr>
          <p:cNvPr id="57" name="Shape 54"/>
          <p:cNvSpPr/>
          <p:nvPr/>
        </p:nvSpPr>
        <p:spPr>
          <a:xfrm>
            <a:off x="685800" y="5966296"/>
            <a:ext cx="571500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685800" y="5582469"/>
            <a:ext cx="5886450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059"/>
              </a:lnSpc>
              <a:buNone/>
            </a:pPr>
            <a:r>
              <a:rPr lang="en-US" sz="1575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a permanent, trained team</a:t>
            </a:r>
            <a:endParaRPr lang="en-US" sz="1575" dirty="0"/>
          </a:p>
        </p:txBody>
      </p:sp>
      <p:sp>
        <p:nvSpPr>
          <p:cNvPr id="59" name="Shape 56"/>
          <p:cNvSpPr/>
          <p:nvPr/>
        </p:nvSpPr>
        <p:spPr>
          <a:xfrm>
            <a:off x="6400800" y="5966296"/>
            <a:ext cx="2240235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6515100" y="5582469"/>
            <a:ext cx="2011635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57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575" dirty="0"/>
          </a:p>
        </p:txBody>
      </p:sp>
      <p:sp>
        <p:nvSpPr>
          <p:cNvPr id="61" name="Shape 58"/>
          <p:cNvSpPr/>
          <p:nvPr/>
        </p:nvSpPr>
        <p:spPr>
          <a:xfrm>
            <a:off x="8641035" y="5966296"/>
            <a:ext cx="224031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8755335" y="5582469"/>
            <a:ext cx="2011710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57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575" dirty="0"/>
          </a:p>
        </p:txBody>
      </p:sp>
      <p:sp>
        <p:nvSpPr>
          <p:cNvPr id="63" name="Shape 60"/>
          <p:cNvSpPr/>
          <p:nvPr/>
        </p:nvSpPr>
        <p:spPr>
          <a:xfrm>
            <a:off x="10881345" y="5966296"/>
            <a:ext cx="2240235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10995645" y="5582469"/>
            <a:ext cx="2011635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575" b="1" dirty="0">
                <a:solidFill>
                  <a:srgbClr val="124F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75" dirty="0"/>
          </a:p>
        </p:txBody>
      </p:sp>
      <p:sp>
        <p:nvSpPr>
          <p:cNvPr id="65" name="Shape 62"/>
          <p:cNvSpPr/>
          <p:nvPr/>
        </p:nvSpPr>
        <p:spPr>
          <a:xfrm>
            <a:off x="13121580" y="5966296"/>
            <a:ext cx="224031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13235880" y="5582469"/>
            <a:ext cx="2011710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57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575" dirty="0"/>
          </a:p>
        </p:txBody>
      </p:sp>
      <p:sp>
        <p:nvSpPr>
          <p:cNvPr id="67" name="Shape 64"/>
          <p:cNvSpPr/>
          <p:nvPr/>
        </p:nvSpPr>
        <p:spPr>
          <a:xfrm>
            <a:off x="15361890" y="5458644"/>
            <a:ext cx="2240235" cy="517178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65"/>
          <p:cNvSpPr/>
          <p:nvPr/>
        </p:nvSpPr>
        <p:spPr>
          <a:xfrm>
            <a:off x="15361890" y="5966296"/>
            <a:ext cx="2240235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6"/>
          <p:cNvSpPr/>
          <p:nvPr/>
        </p:nvSpPr>
        <p:spPr>
          <a:xfrm>
            <a:off x="15476190" y="5582469"/>
            <a:ext cx="2011635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75" dirty="0"/>
          </a:p>
        </p:txBody>
      </p:sp>
      <p:sp>
        <p:nvSpPr>
          <p:cNvPr id="70" name="Shape 67"/>
          <p:cNvSpPr/>
          <p:nvPr/>
        </p:nvSpPr>
        <p:spPr>
          <a:xfrm>
            <a:off x="685800" y="6483474"/>
            <a:ext cx="571500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8"/>
          <p:cNvSpPr/>
          <p:nvPr/>
        </p:nvSpPr>
        <p:spPr>
          <a:xfrm>
            <a:off x="685800" y="6099646"/>
            <a:ext cx="5886450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059"/>
              </a:lnSpc>
              <a:buNone/>
            </a:pPr>
            <a:r>
              <a:rPr lang="en-US" sz="1575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German project management &amp; documentation</a:t>
            </a:r>
            <a:endParaRPr lang="en-US" sz="1575" dirty="0"/>
          </a:p>
        </p:txBody>
      </p:sp>
      <p:sp>
        <p:nvSpPr>
          <p:cNvPr id="72" name="Shape 69"/>
          <p:cNvSpPr/>
          <p:nvPr/>
        </p:nvSpPr>
        <p:spPr>
          <a:xfrm>
            <a:off x="6400800" y="6483474"/>
            <a:ext cx="2240235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0"/>
          <p:cNvSpPr/>
          <p:nvPr/>
        </p:nvSpPr>
        <p:spPr>
          <a:xfrm>
            <a:off x="6515100" y="6099646"/>
            <a:ext cx="2011635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57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575" dirty="0"/>
          </a:p>
        </p:txBody>
      </p:sp>
      <p:sp>
        <p:nvSpPr>
          <p:cNvPr id="74" name="Shape 71"/>
          <p:cNvSpPr/>
          <p:nvPr/>
        </p:nvSpPr>
        <p:spPr>
          <a:xfrm>
            <a:off x="8641035" y="6483474"/>
            <a:ext cx="224031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2"/>
          <p:cNvSpPr/>
          <p:nvPr/>
        </p:nvSpPr>
        <p:spPr>
          <a:xfrm>
            <a:off x="8755335" y="6099646"/>
            <a:ext cx="2011710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575" b="1" dirty="0">
                <a:solidFill>
                  <a:srgbClr val="124F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75" dirty="0"/>
          </a:p>
        </p:txBody>
      </p:sp>
      <p:sp>
        <p:nvSpPr>
          <p:cNvPr id="76" name="Shape 73"/>
          <p:cNvSpPr/>
          <p:nvPr/>
        </p:nvSpPr>
        <p:spPr>
          <a:xfrm>
            <a:off x="10881345" y="6483474"/>
            <a:ext cx="2240235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4"/>
          <p:cNvSpPr/>
          <p:nvPr/>
        </p:nvSpPr>
        <p:spPr>
          <a:xfrm>
            <a:off x="10995645" y="6099646"/>
            <a:ext cx="2011635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57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575" dirty="0"/>
          </a:p>
        </p:txBody>
      </p:sp>
      <p:sp>
        <p:nvSpPr>
          <p:cNvPr id="78" name="Shape 75"/>
          <p:cNvSpPr/>
          <p:nvPr/>
        </p:nvSpPr>
        <p:spPr>
          <a:xfrm>
            <a:off x="13121580" y="6483474"/>
            <a:ext cx="224031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6"/>
          <p:cNvSpPr/>
          <p:nvPr/>
        </p:nvSpPr>
        <p:spPr>
          <a:xfrm>
            <a:off x="13235880" y="6099646"/>
            <a:ext cx="2011710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57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partly</a:t>
            </a:r>
            <a:endParaRPr lang="en-US" sz="1575" dirty="0"/>
          </a:p>
        </p:txBody>
      </p:sp>
      <p:sp>
        <p:nvSpPr>
          <p:cNvPr id="80" name="Shape 77"/>
          <p:cNvSpPr/>
          <p:nvPr/>
        </p:nvSpPr>
        <p:spPr>
          <a:xfrm>
            <a:off x="15361890" y="5975821"/>
            <a:ext cx="2240235" cy="517178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Shape 78"/>
          <p:cNvSpPr/>
          <p:nvPr/>
        </p:nvSpPr>
        <p:spPr>
          <a:xfrm>
            <a:off x="15361890" y="6483474"/>
            <a:ext cx="2240235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79"/>
          <p:cNvSpPr/>
          <p:nvPr/>
        </p:nvSpPr>
        <p:spPr>
          <a:xfrm>
            <a:off x="15476190" y="6099646"/>
            <a:ext cx="2011635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75" dirty="0"/>
          </a:p>
        </p:txBody>
      </p:sp>
      <p:sp>
        <p:nvSpPr>
          <p:cNvPr id="83" name="Shape 80"/>
          <p:cNvSpPr/>
          <p:nvPr/>
        </p:nvSpPr>
        <p:spPr>
          <a:xfrm>
            <a:off x="685800" y="7000652"/>
            <a:ext cx="571500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81"/>
          <p:cNvSpPr/>
          <p:nvPr/>
        </p:nvSpPr>
        <p:spPr>
          <a:xfrm>
            <a:off x="685800" y="6616824"/>
            <a:ext cx="5886450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059"/>
              </a:lnSpc>
              <a:buNone/>
            </a:pPr>
            <a:r>
              <a:rPr lang="en-US" sz="1575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 data residency, ISO 27001 &amp; TISAX</a:t>
            </a:r>
            <a:endParaRPr lang="en-US" sz="1575" dirty="0"/>
          </a:p>
        </p:txBody>
      </p:sp>
      <p:sp>
        <p:nvSpPr>
          <p:cNvPr id="85" name="Shape 82"/>
          <p:cNvSpPr/>
          <p:nvPr/>
        </p:nvSpPr>
        <p:spPr>
          <a:xfrm>
            <a:off x="6400800" y="7000652"/>
            <a:ext cx="2240235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3"/>
          <p:cNvSpPr/>
          <p:nvPr/>
        </p:nvSpPr>
        <p:spPr>
          <a:xfrm>
            <a:off x="6515100" y="6616824"/>
            <a:ext cx="2011635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57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partly</a:t>
            </a:r>
            <a:endParaRPr lang="en-US" sz="1575" dirty="0"/>
          </a:p>
        </p:txBody>
      </p:sp>
      <p:sp>
        <p:nvSpPr>
          <p:cNvPr id="87" name="Shape 84"/>
          <p:cNvSpPr/>
          <p:nvPr/>
        </p:nvSpPr>
        <p:spPr>
          <a:xfrm>
            <a:off x="8641035" y="7000652"/>
            <a:ext cx="224031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85"/>
          <p:cNvSpPr/>
          <p:nvPr/>
        </p:nvSpPr>
        <p:spPr>
          <a:xfrm>
            <a:off x="8755335" y="6616824"/>
            <a:ext cx="2011710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575" b="1" dirty="0">
                <a:solidFill>
                  <a:srgbClr val="124F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75" dirty="0"/>
          </a:p>
        </p:txBody>
      </p:sp>
      <p:sp>
        <p:nvSpPr>
          <p:cNvPr id="89" name="Shape 86"/>
          <p:cNvSpPr/>
          <p:nvPr/>
        </p:nvSpPr>
        <p:spPr>
          <a:xfrm>
            <a:off x="10881345" y="7000652"/>
            <a:ext cx="2240235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0" name="Text 87"/>
          <p:cNvSpPr/>
          <p:nvPr/>
        </p:nvSpPr>
        <p:spPr>
          <a:xfrm>
            <a:off x="10995645" y="6616824"/>
            <a:ext cx="2011635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57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575" dirty="0"/>
          </a:p>
        </p:txBody>
      </p:sp>
      <p:sp>
        <p:nvSpPr>
          <p:cNvPr id="91" name="Shape 88"/>
          <p:cNvSpPr/>
          <p:nvPr/>
        </p:nvSpPr>
        <p:spPr>
          <a:xfrm>
            <a:off x="13121580" y="7000652"/>
            <a:ext cx="224031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89"/>
          <p:cNvSpPr/>
          <p:nvPr/>
        </p:nvSpPr>
        <p:spPr>
          <a:xfrm>
            <a:off x="13235880" y="6616824"/>
            <a:ext cx="2011710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57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partly</a:t>
            </a:r>
            <a:endParaRPr lang="en-US" sz="1575" dirty="0"/>
          </a:p>
        </p:txBody>
      </p:sp>
      <p:sp>
        <p:nvSpPr>
          <p:cNvPr id="93" name="Shape 90"/>
          <p:cNvSpPr/>
          <p:nvPr/>
        </p:nvSpPr>
        <p:spPr>
          <a:xfrm>
            <a:off x="15361890" y="6492999"/>
            <a:ext cx="2240235" cy="517178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4" name="Shape 91"/>
          <p:cNvSpPr/>
          <p:nvPr/>
        </p:nvSpPr>
        <p:spPr>
          <a:xfrm>
            <a:off x="15361890" y="7000652"/>
            <a:ext cx="2240235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92"/>
          <p:cNvSpPr/>
          <p:nvPr/>
        </p:nvSpPr>
        <p:spPr>
          <a:xfrm>
            <a:off x="15476190" y="6616824"/>
            <a:ext cx="2011635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75" dirty="0"/>
          </a:p>
        </p:txBody>
      </p:sp>
      <p:sp>
        <p:nvSpPr>
          <p:cNvPr id="96" name="Text 93"/>
          <p:cNvSpPr/>
          <p:nvPr/>
        </p:nvSpPr>
        <p:spPr>
          <a:xfrm>
            <a:off x="685800" y="7134002"/>
            <a:ext cx="5886450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059"/>
              </a:lnSpc>
              <a:buNone/>
            </a:pPr>
            <a:r>
              <a:rPr lang="en-US" sz="1575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per unit of build capacity</a:t>
            </a:r>
            <a:endParaRPr lang="en-US" sz="1575" dirty="0"/>
          </a:p>
        </p:txBody>
      </p:sp>
      <p:sp>
        <p:nvSpPr>
          <p:cNvPr id="97" name="Text 94"/>
          <p:cNvSpPr/>
          <p:nvPr/>
        </p:nvSpPr>
        <p:spPr>
          <a:xfrm>
            <a:off x="6515100" y="7134002"/>
            <a:ext cx="2011635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57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1575" dirty="0"/>
          </a:p>
        </p:txBody>
      </p:sp>
      <p:sp>
        <p:nvSpPr>
          <p:cNvPr id="98" name="Text 95"/>
          <p:cNvSpPr/>
          <p:nvPr/>
        </p:nvSpPr>
        <p:spPr>
          <a:xfrm>
            <a:off x="8755335" y="7134002"/>
            <a:ext cx="2011710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57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very high</a:t>
            </a:r>
            <a:endParaRPr lang="en-US" sz="1575" dirty="0"/>
          </a:p>
        </p:txBody>
      </p:sp>
      <p:sp>
        <p:nvSpPr>
          <p:cNvPr id="99" name="Text 96"/>
          <p:cNvSpPr/>
          <p:nvPr/>
        </p:nvSpPr>
        <p:spPr>
          <a:xfrm>
            <a:off x="10995645" y="7134002"/>
            <a:ext cx="2011635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57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1575" dirty="0"/>
          </a:p>
        </p:txBody>
      </p:sp>
      <p:sp>
        <p:nvSpPr>
          <p:cNvPr id="100" name="Text 97"/>
          <p:cNvSpPr/>
          <p:nvPr/>
        </p:nvSpPr>
        <p:spPr>
          <a:xfrm>
            <a:off x="13235880" y="7134002"/>
            <a:ext cx="2011710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57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1575" dirty="0"/>
          </a:p>
        </p:txBody>
      </p:sp>
      <p:sp>
        <p:nvSpPr>
          <p:cNvPr id="101" name="Shape 98"/>
          <p:cNvSpPr/>
          <p:nvPr/>
        </p:nvSpPr>
        <p:spPr>
          <a:xfrm>
            <a:off x="15361890" y="7010177"/>
            <a:ext cx="2240235" cy="507653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2" name="Text 99"/>
          <p:cNvSpPr/>
          <p:nvPr/>
        </p:nvSpPr>
        <p:spPr>
          <a:xfrm>
            <a:off x="15476190" y="7134002"/>
            <a:ext cx="2011635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7059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1575" dirty="0"/>
          </a:p>
        </p:txBody>
      </p:sp>
      <p:sp>
        <p:nvSpPr>
          <p:cNvPr id="103" name="Text 100"/>
          <p:cNvSpPr/>
          <p:nvPr/>
        </p:nvSpPr>
        <p:spPr>
          <a:xfrm>
            <a:off x="685800" y="8620125"/>
            <a:ext cx="15716250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831"/>
              </a:lnSpc>
              <a:buNone/>
            </a:pPr>
            <a:r>
              <a:rPr lang="en-US" sz="180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deliver end to end solution — people, system, governance and accountability in one package, at a price you can bear.</a:t>
            </a:r>
            <a:endParaRPr lang="en-US" sz="1800" dirty="0"/>
          </a:p>
        </p:txBody>
      </p:sp>
      <p:sp>
        <p:nvSpPr>
          <p:cNvPr id="104" name="Text 101"/>
          <p:cNvSpPr/>
          <p:nvPr/>
        </p:nvSpPr>
        <p:spPr>
          <a:xfrm>
            <a:off x="685800" y="9525000"/>
            <a:ext cx="671272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SOLUTIONS GROUP · BOREKSOLUTIONS.DE</a:t>
            </a:r>
            <a:endParaRPr lang="en-US" sz="1125" dirty="0"/>
          </a:p>
        </p:txBody>
      </p:sp>
      <p:sp>
        <p:nvSpPr>
          <p:cNvPr id="105" name="Text 102"/>
          <p:cNvSpPr/>
          <p:nvPr/>
        </p:nvSpPr>
        <p:spPr>
          <a:xfrm>
            <a:off x="16946314" y="9525000"/>
            <a:ext cx="73208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26</a:t>
            </a:r>
            <a:endParaRPr lang="en-US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5200" y="1019175"/>
            <a:ext cx="2667000" cy="6236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133475"/>
            <a:ext cx="139113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63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ENTRY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685800" y="1428750"/>
            <a:ext cx="13620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034"/>
              </a:lnSpc>
              <a:buNone/>
            </a:pPr>
            <a:r>
              <a:rPr lang="en-US" sz="4500" kern="0" spc="-9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ways in — one goal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685800" y="2381250"/>
            <a:ext cx="1471612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966"/>
              </a:lnSpc>
              <a:buNone/>
            </a:pPr>
            <a:r>
              <a:rPr lang="en-US" sz="18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Behind all three stand the same hub-trained developers, the same security standard and the same German project management. Almost every client starts with a fixed-price solution and grows into a permanent department.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85800" y="3190875"/>
            <a:ext cx="5410200" cy="4108921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38225" y="3524250"/>
            <a:ext cx="517588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188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PRODUCT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1038225" y="3905250"/>
            <a:ext cx="5175885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85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AI Suite</a:t>
            </a:r>
            <a:endParaRPr lang="en-US" sz="2850" dirty="0"/>
          </a:p>
        </p:txBody>
      </p:sp>
      <p:sp>
        <p:nvSpPr>
          <p:cNvPr id="9" name="Text 6"/>
          <p:cNvSpPr/>
          <p:nvPr/>
        </p:nvSpPr>
        <p:spPr>
          <a:xfrm>
            <a:off x="1038225" y="4473848"/>
            <a:ext cx="4846511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48"/>
              </a:lnSpc>
              <a:buNone/>
            </a:pPr>
            <a:r>
              <a:rPr lang="en-US" sz="16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the department works with — our own product.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038225" y="5329163"/>
            <a:ext cx="133871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059"/>
              </a:lnSpc>
              <a:buNone/>
            </a:pPr>
            <a:r>
              <a:rPr lang="en-US" sz="157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575" dirty="0"/>
          </a:p>
        </p:txBody>
      </p:sp>
      <p:sp>
        <p:nvSpPr>
          <p:cNvPr id="11" name="Text 8"/>
          <p:cNvSpPr/>
          <p:nvPr/>
        </p:nvSpPr>
        <p:spPr>
          <a:xfrm>
            <a:off x="1229246" y="5329163"/>
            <a:ext cx="2632636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059"/>
              </a:lnSpc>
              <a:buNone/>
            </a:pPr>
            <a:r>
              <a:rPr lang="en-US" sz="157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Licence by company size</a:t>
            </a:r>
            <a:endParaRPr lang="en-US" sz="1575" dirty="0"/>
          </a:p>
        </p:txBody>
      </p:sp>
      <p:sp>
        <p:nvSpPr>
          <p:cNvPr id="12" name="Text 9"/>
          <p:cNvSpPr/>
          <p:nvPr/>
        </p:nvSpPr>
        <p:spPr>
          <a:xfrm>
            <a:off x="1038225" y="5703466"/>
            <a:ext cx="133871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059"/>
              </a:lnSpc>
              <a:buNone/>
            </a:pPr>
            <a:r>
              <a:rPr lang="en-US" sz="157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1229246" y="5703466"/>
            <a:ext cx="3040440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059"/>
              </a:lnSpc>
              <a:buNone/>
            </a:pPr>
            <a:r>
              <a:rPr lang="en-US" sz="157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One-off setup, no build effort</a:t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1038225" y="6077769"/>
            <a:ext cx="133871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059"/>
              </a:lnSpc>
              <a:buNone/>
            </a:pPr>
            <a:r>
              <a:rPr lang="en-US" sz="157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575" dirty="0"/>
          </a:p>
        </p:txBody>
      </p:sp>
      <p:sp>
        <p:nvSpPr>
          <p:cNvPr id="15" name="Text 12"/>
          <p:cNvSpPr/>
          <p:nvPr/>
        </p:nvSpPr>
        <p:spPr>
          <a:xfrm>
            <a:off x="1229246" y="6077769"/>
            <a:ext cx="3584287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059"/>
              </a:lnSpc>
              <a:buNone/>
            </a:pPr>
            <a:r>
              <a:rPr lang="en-US" sz="157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Maintenance, updates and hosting</a:t>
            </a:r>
            <a:endParaRPr lang="en-US" sz="1575" dirty="0"/>
          </a:p>
        </p:txBody>
      </p:sp>
      <p:sp>
        <p:nvSpPr>
          <p:cNvPr id="16" name="Shape 13"/>
          <p:cNvSpPr/>
          <p:nvPr/>
        </p:nvSpPr>
        <p:spPr>
          <a:xfrm>
            <a:off x="1038225" y="6337771"/>
            <a:ext cx="47053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38225" y="6575896"/>
            <a:ext cx="4846511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kern="0" spc="-75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Be Defined</a:t>
            </a:r>
            <a:endParaRPr lang="en-US" sz="2550" dirty="0"/>
          </a:p>
        </p:txBody>
      </p:sp>
      <p:sp>
        <p:nvSpPr>
          <p:cNvPr id="18" name="Shape 15"/>
          <p:cNvSpPr/>
          <p:nvPr/>
        </p:nvSpPr>
        <p:spPr>
          <a:xfrm>
            <a:off x="6438900" y="3190875"/>
            <a:ext cx="5410200" cy="4108921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791325" y="3524250"/>
            <a:ext cx="517588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188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FIXED PRICE</a:t>
            </a:r>
            <a:endParaRPr lang="en-US" sz="1125" dirty="0"/>
          </a:p>
        </p:txBody>
      </p:sp>
      <p:sp>
        <p:nvSpPr>
          <p:cNvPr id="20" name="Text 17"/>
          <p:cNvSpPr/>
          <p:nvPr/>
        </p:nvSpPr>
        <p:spPr>
          <a:xfrm>
            <a:off x="6791325" y="3905250"/>
            <a:ext cx="5175885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85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AI Projects</a:t>
            </a:r>
            <a:endParaRPr lang="en-US" sz="2850" dirty="0"/>
          </a:p>
        </p:txBody>
      </p:sp>
      <p:sp>
        <p:nvSpPr>
          <p:cNvPr id="21" name="Text 18"/>
          <p:cNvSpPr/>
          <p:nvPr/>
        </p:nvSpPr>
        <p:spPr>
          <a:xfrm>
            <a:off x="6791325" y="4473848"/>
            <a:ext cx="4846511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48"/>
              </a:lnSpc>
              <a:buNone/>
            </a:pPr>
            <a:r>
              <a:rPr lang="en-US" sz="16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finished solution at a fixed price. You pay for the result, not the team.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6791325" y="5329163"/>
            <a:ext cx="133871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059"/>
              </a:lnSpc>
              <a:buNone/>
            </a:pPr>
            <a:r>
              <a:rPr lang="en-US" sz="157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575" dirty="0"/>
          </a:p>
        </p:txBody>
      </p:sp>
      <p:sp>
        <p:nvSpPr>
          <p:cNvPr id="23" name="Text 20"/>
          <p:cNvSpPr/>
          <p:nvPr/>
        </p:nvSpPr>
        <p:spPr>
          <a:xfrm>
            <a:off x="6982346" y="5329163"/>
            <a:ext cx="2880740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059"/>
              </a:lnSpc>
              <a:buNone/>
            </a:pPr>
            <a:r>
              <a:rPr lang="en-US" sz="157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scope, price and date</a:t>
            </a:r>
            <a:endParaRPr lang="en-US" sz="1575" dirty="0"/>
          </a:p>
        </p:txBody>
      </p:sp>
      <p:sp>
        <p:nvSpPr>
          <p:cNvPr id="24" name="Text 21"/>
          <p:cNvSpPr/>
          <p:nvPr/>
        </p:nvSpPr>
        <p:spPr>
          <a:xfrm>
            <a:off x="6791325" y="5703466"/>
            <a:ext cx="133871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059"/>
              </a:lnSpc>
              <a:buNone/>
            </a:pPr>
            <a:r>
              <a:rPr lang="en-US" sz="157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575" dirty="0"/>
          </a:p>
        </p:txBody>
      </p:sp>
      <p:sp>
        <p:nvSpPr>
          <p:cNvPr id="25" name="Text 22"/>
          <p:cNvSpPr/>
          <p:nvPr/>
        </p:nvSpPr>
        <p:spPr>
          <a:xfrm>
            <a:off x="6982346" y="5703466"/>
            <a:ext cx="3006715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059"/>
              </a:lnSpc>
              <a:buNone/>
            </a:pPr>
            <a:r>
              <a:rPr lang="en-US" sz="157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1 to Tier 4 by complexity</a:t>
            </a:r>
            <a:endParaRPr lang="en-US" sz="1575" dirty="0"/>
          </a:p>
        </p:txBody>
      </p:sp>
      <p:sp>
        <p:nvSpPr>
          <p:cNvPr id="26" name="Text 23"/>
          <p:cNvSpPr/>
          <p:nvPr/>
        </p:nvSpPr>
        <p:spPr>
          <a:xfrm>
            <a:off x="6791325" y="6077769"/>
            <a:ext cx="133871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059"/>
              </a:lnSpc>
              <a:buNone/>
            </a:pPr>
            <a:r>
              <a:rPr lang="en-US" sz="157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575" dirty="0"/>
          </a:p>
        </p:txBody>
      </p:sp>
      <p:sp>
        <p:nvSpPr>
          <p:cNvPr id="27" name="Text 24"/>
          <p:cNvSpPr/>
          <p:nvPr/>
        </p:nvSpPr>
        <p:spPr>
          <a:xfrm>
            <a:off x="6982346" y="6077769"/>
            <a:ext cx="3582077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059"/>
              </a:lnSpc>
              <a:buNone/>
            </a:pPr>
            <a:r>
              <a:rPr lang="en-US" sz="157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Optional support and maintenance</a:t>
            </a:r>
            <a:endParaRPr lang="en-US" sz="1575" dirty="0"/>
          </a:p>
        </p:txBody>
      </p:sp>
      <p:sp>
        <p:nvSpPr>
          <p:cNvPr id="28" name="Shape 25"/>
          <p:cNvSpPr/>
          <p:nvPr/>
        </p:nvSpPr>
        <p:spPr>
          <a:xfrm>
            <a:off x="6791325" y="6337771"/>
            <a:ext cx="47053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791325" y="6575896"/>
            <a:ext cx="4846511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kern="0" spc="-75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€20,000 – €80,000+</a:t>
            </a:r>
            <a:endParaRPr lang="en-US" sz="2550" dirty="0"/>
          </a:p>
        </p:txBody>
      </p:sp>
      <p:sp>
        <p:nvSpPr>
          <p:cNvPr id="30" name="Shape 27"/>
          <p:cNvSpPr/>
          <p:nvPr/>
        </p:nvSpPr>
        <p:spPr>
          <a:xfrm>
            <a:off x="12192000" y="3190875"/>
            <a:ext cx="5410200" cy="4108921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12544425" y="3524250"/>
            <a:ext cx="517588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188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PERMANENT TEAM</a:t>
            </a:r>
            <a:endParaRPr lang="en-US" sz="1125" dirty="0"/>
          </a:p>
        </p:txBody>
      </p:sp>
      <p:sp>
        <p:nvSpPr>
          <p:cNvPr id="32" name="Text 29"/>
          <p:cNvSpPr/>
          <p:nvPr/>
        </p:nvSpPr>
        <p:spPr>
          <a:xfrm>
            <a:off x="12544425" y="3905250"/>
            <a:ext cx="5175885" cy="454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85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AI Department</a:t>
            </a:r>
            <a:endParaRPr lang="en-US" sz="2850" dirty="0"/>
          </a:p>
        </p:txBody>
      </p:sp>
      <p:sp>
        <p:nvSpPr>
          <p:cNvPr id="33" name="Text 30"/>
          <p:cNvSpPr/>
          <p:nvPr/>
        </p:nvSpPr>
        <p:spPr>
          <a:xfrm>
            <a:off x="12544425" y="4473848"/>
            <a:ext cx="4846511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148"/>
              </a:lnSpc>
              <a:buNone/>
            </a:pPr>
            <a:r>
              <a:rPr lang="en-US" sz="16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permanent team — your AI department, staffed from our hub.</a:t>
            </a:r>
            <a:endParaRPr lang="en-US" sz="1650" dirty="0"/>
          </a:p>
        </p:txBody>
      </p:sp>
      <p:sp>
        <p:nvSpPr>
          <p:cNvPr id="34" name="Text 31"/>
          <p:cNvSpPr/>
          <p:nvPr/>
        </p:nvSpPr>
        <p:spPr>
          <a:xfrm>
            <a:off x="12544425" y="5329163"/>
            <a:ext cx="133871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059"/>
              </a:lnSpc>
              <a:buNone/>
            </a:pPr>
            <a:r>
              <a:rPr lang="en-US" sz="157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575" dirty="0"/>
          </a:p>
        </p:txBody>
      </p:sp>
      <p:sp>
        <p:nvSpPr>
          <p:cNvPr id="35" name="Text 32"/>
          <p:cNvSpPr/>
          <p:nvPr/>
        </p:nvSpPr>
        <p:spPr>
          <a:xfrm>
            <a:off x="12735446" y="5329163"/>
            <a:ext cx="3354273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059"/>
              </a:lnSpc>
              <a:buNone/>
            </a:pPr>
            <a:r>
              <a:rPr lang="en-US" sz="157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rate per developer level</a:t>
            </a:r>
            <a:endParaRPr lang="en-US" sz="1575" dirty="0"/>
          </a:p>
        </p:txBody>
      </p:sp>
      <p:sp>
        <p:nvSpPr>
          <p:cNvPr id="36" name="Text 33"/>
          <p:cNvSpPr/>
          <p:nvPr/>
        </p:nvSpPr>
        <p:spPr>
          <a:xfrm>
            <a:off x="12544425" y="5703466"/>
            <a:ext cx="133871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059"/>
              </a:lnSpc>
              <a:buNone/>
            </a:pPr>
            <a:r>
              <a:rPr lang="en-US" sz="157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575" dirty="0"/>
          </a:p>
        </p:txBody>
      </p:sp>
      <p:sp>
        <p:nvSpPr>
          <p:cNvPr id="37" name="Text 34"/>
          <p:cNvSpPr/>
          <p:nvPr/>
        </p:nvSpPr>
        <p:spPr>
          <a:xfrm>
            <a:off x="12735446" y="5703466"/>
            <a:ext cx="2930589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059"/>
              </a:lnSpc>
              <a:buNone/>
            </a:pPr>
            <a:r>
              <a:rPr lang="en-US" sz="157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backlog, your priorities</a:t>
            </a:r>
            <a:endParaRPr lang="en-US" sz="1575" dirty="0"/>
          </a:p>
        </p:txBody>
      </p:sp>
      <p:sp>
        <p:nvSpPr>
          <p:cNvPr id="38" name="Text 35"/>
          <p:cNvSpPr/>
          <p:nvPr/>
        </p:nvSpPr>
        <p:spPr>
          <a:xfrm>
            <a:off x="12544425" y="6077769"/>
            <a:ext cx="133871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059"/>
              </a:lnSpc>
              <a:buNone/>
            </a:pPr>
            <a:r>
              <a:rPr lang="en-US" sz="157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575" dirty="0"/>
          </a:p>
        </p:txBody>
      </p:sp>
      <p:sp>
        <p:nvSpPr>
          <p:cNvPr id="39" name="Text 36"/>
          <p:cNvSpPr/>
          <p:nvPr/>
        </p:nvSpPr>
        <p:spPr>
          <a:xfrm>
            <a:off x="12735446" y="6077769"/>
            <a:ext cx="4079022" cy="298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059"/>
              </a:lnSpc>
              <a:buNone/>
            </a:pPr>
            <a:r>
              <a:rPr lang="en-US" sz="157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up or down, three months' notice</a:t>
            </a:r>
            <a:endParaRPr lang="en-US" sz="1575" dirty="0"/>
          </a:p>
        </p:txBody>
      </p:sp>
      <p:sp>
        <p:nvSpPr>
          <p:cNvPr id="40" name="Shape 37"/>
          <p:cNvSpPr/>
          <p:nvPr/>
        </p:nvSpPr>
        <p:spPr>
          <a:xfrm>
            <a:off x="12544425" y="6337771"/>
            <a:ext cx="47053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12544425" y="6575896"/>
            <a:ext cx="4846511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kern="0" spc="-75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€8,600 </a:t>
            </a:r>
            <a:r>
              <a:rPr lang="en-US" sz="1500" kern="0" spc="-7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month</a:t>
            </a:r>
            <a:endParaRPr lang="en-US" sz="2550" dirty="0"/>
          </a:p>
        </p:txBody>
      </p:sp>
      <p:sp>
        <p:nvSpPr>
          <p:cNvPr id="42" name="Shape 39"/>
          <p:cNvSpPr/>
          <p:nvPr/>
        </p:nvSpPr>
        <p:spPr>
          <a:xfrm>
            <a:off x="685800" y="7381875"/>
            <a:ext cx="16916400" cy="1047750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1038225" y="7631906"/>
            <a:ext cx="1783270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88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PATH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1038225" y="7870031"/>
            <a:ext cx="1783270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875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Easy to test — low risk, clear result. The goal is a team that keeps automating.</a:t>
            </a:r>
            <a:endParaRPr lang="en-US" sz="1875" dirty="0"/>
          </a:p>
        </p:txBody>
      </p:sp>
      <p:sp>
        <p:nvSpPr>
          <p:cNvPr id="45" name="Text 42"/>
          <p:cNvSpPr/>
          <p:nvPr/>
        </p:nvSpPr>
        <p:spPr>
          <a:xfrm>
            <a:off x="685800" y="8601075"/>
            <a:ext cx="18608040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783"/>
              </a:lnSpc>
              <a:buNone/>
            </a:pPr>
            <a:r>
              <a:rPr lang="en-US" sz="1425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Suite: licence price depends on company size and number of sites, plus one-off setup.</a:t>
            </a:r>
            <a:endParaRPr lang="en-US" sz="1425" dirty="0"/>
          </a:p>
        </p:txBody>
      </p:sp>
      <p:sp>
        <p:nvSpPr>
          <p:cNvPr id="46" name="Text 43"/>
          <p:cNvSpPr/>
          <p:nvPr/>
        </p:nvSpPr>
        <p:spPr>
          <a:xfrm>
            <a:off x="685800" y="9525000"/>
            <a:ext cx="671272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SOLUTIONS GROUP · BOREKSOLUTIONS.DE</a:t>
            </a:r>
            <a:endParaRPr lang="en-US" sz="1125" dirty="0"/>
          </a:p>
        </p:txBody>
      </p:sp>
      <p:sp>
        <p:nvSpPr>
          <p:cNvPr id="47" name="Text 44"/>
          <p:cNvSpPr/>
          <p:nvPr/>
        </p:nvSpPr>
        <p:spPr>
          <a:xfrm>
            <a:off x="16942519" y="9525000"/>
            <a:ext cx="73588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26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5200" y="1019175"/>
            <a:ext cx="2667000" cy="6236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133475"/>
            <a:ext cx="98219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63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US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685800" y="1428750"/>
            <a:ext cx="12753975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034"/>
              </a:lnSpc>
              <a:buNone/>
            </a:pPr>
            <a:r>
              <a:rPr lang="en-US" sz="4500" kern="0" spc="-9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difference: we have the factory, not just the concept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685800" y="2857500"/>
            <a:ext cx="13735050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966"/>
              </a:lnSpc>
              <a:buNone/>
            </a:pPr>
            <a:r>
              <a:rPr lang="en-US" sz="18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Others sell consulting, licences or CVs. We run our own training and delivery organisation in Kosovo — that is the part you can't buy at short notice.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85800" y="3762375"/>
            <a:ext cx="3185145" cy="3762375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81075" y="4057650"/>
            <a:ext cx="285405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188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981075" y="4381500"/>
            <a:ext cx="2672433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202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own AI Academy</a:t>
            </a:r>
            <a:endParaRPr lang="en-US" sz="2025" dirty="0"/>
          </a:p>
        </p:txBody>
      </p:sp>
      <p:sp>
        <p:nvSpPr>
          <p:cNvPr id="9" name="Text 6"/>
          <p:cNvSpPr/>
          <p:nvPr/>
        </p:nvSpPr>
        <p:spPr>
          <a:xfrm>
            <a:off x="981075" y="5157788"/>
            <a:ext cx="2672433" cy="135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783"/>
              </a:lnSpc>
              <a:buNone/>
            </a:pPr>
            <a:r>
              <a:rPr lang="en-US" sz="14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months of our own curriculum with a final exam — only then does anyone join a client team. We don't place people, we train them.</a:t>
            </a:r>
            <a:endParaRPr lang="en-US" sz="1425" dirty="0"/>
          </a:p>
        </p:txBody>
      </p:sp>
      <p:sp>
        <p:nvSpPr>
          <p:cNvPr id="10" name="Shape 7"/>
          <p:cNvSpPr/>
          <p:nvPr/>
        </p:nvSpPr>
        <p:spPr>
          <a:xfrm>
            <a:off x="4118595" y="3762375"/>
            <a:ext cx="3185145" cy="3762375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413870" y="4057650"/>
            <a:ext cx="285405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188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4413870" y="4381500"/>
            <a:ext cx="2854055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202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Hub</a:t>
            </a:r>
            <a:endParaRPr lang="en-US" sz="2025" dirty="0"/>
          </a:p>
        </p:txBody>
      </p:sp>
      <p:sp>
        <p:nvSpPr>
          <p:cNvPr id="13" name="Text 10"/>
          <p:cNvSpPr/>
          <p:nvPr/>
        </p:nvSpPr>
        <p:spPr>
          <a:xfrm>
            <a:off x="4413870" y="4836319"/>
            <a:ext cx="2672433" cy="1087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783"/>
              </a:lnSpc>
              <a:buNone/>
            </a:pPr>
            <a:r>
              <a:rPr lang="en-US" sz="14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automation we build becomes a tested, reusable pattern. The second solution is faster than the first.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7551390" y="3762375"/>
            <a:ext cx="3185145" cy="3762375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846665" y="4057650"/>
            <a:ext cx="285405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188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25" dirty="0"/>
          </a:p>
        </p:txBody>
      </p:sp>
      <p:sp>
        <p:nvSpPr>
          <p:cNvPr id="16" name="Text 13"/>
          <p:cNvSpPr/>
          <p:nvPr/>
        </p:nvSpPr>
        <p:spPr>
          <a:xfrm>
            <a:off x="7846665" y="4381500"/>
            <a:ext cx="2854055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202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own domains</a:t>
            </a:r>
            <a:endParaRPr lang="en-US" sz="2025" dirty="0"/>
          </a:p>
        </p:txBody>
      </p:sp>
      <p:sp>
        <p:nvSpPr>
          <p:cNvPr id="17" name="Text 14"/>
          <p:cNvSpPr/>
          <p:nvPr/>
        </p:nvSpPr>
        <p:spPr>
          <a:xfrm>
            <a:off x="7846665" y="4836319"/>
            <a:ext cx="2672433" cy="135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783"/>
              </a:lnSpc>
              <a:buNone/>
            </a:pPr>
            <a:r>
              <a:rPr lang="en-US" sz="14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AI &amp; OCR, conversational agents, RAG, workflow automation, data engineering, MLOps, QA and evaluation.</a:t>
            </a:r>
            <a:endParaRPr lang="en-US" sz="1425" dirty="0"/>
          </a:p>
        </p:txBody>
      </p:sp>
      <p:sp>
        <p:nvSpPr>
          <p:cNvPr id="18" name="Shape 15"/>
          <p:cNvSpPr/>
          <p:nvPr/>
        </p:nvSpPr>
        <p:spPr>
          <a:xfrm>
            <a:off x="10984185" y="3762375"/>
            <a:ext cx="3185145" cy="3762375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1279460" y="4057650"/>
            <a:ext cx="285405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188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25" dirty="0"/>
          </a:p>
        </p:txBody>
      </p:sp>
      <p:sp>
        <p:nvSpPr>
          <p:cNvPr id="20" name="Text 17"/>
          <p:cNvSpPr/>
          <p:nvPr/>
        </p:nvSpPr>
        <p:spPr>
          <a:xfrm>
            <a:off x="11279460" y="4381500"/>
            <a:ext cx="2672433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202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project management</a:t>
            </a:r>
            <a:endParaRPr lang="en-US" sz="2025" dirty="0"/>
          </a:p>
        </p:txBody>
      </p:sp>
      <p:sp>
        <p:nvSpPr>
          <p:cNvPr id="21" name="Text 18"/>
          <p:cNvSpPr/>
          <p:nvPr/>
        </p:nvSpPr>
        <p:spPr>
          <a:xfrm>
            <a:off x="11279460" y="5157788"/>
            <a:ext cx="2672433" cy="1612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783"/>
              </a:lnSpc>
              <a:buNone/>
            </a:pPr>
            <a:r>
              <a:rPr lang="en-US" sz="14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dedicated project lead steers cadence, quality, escalation and reporting — the discipline behind impeccable delivery, every sprint.</a:t>
            </a:r>
            <a:endParaRPr lang="en-US" sz="1425" dirty="0"/>
          </a:p>
        </p:txBody>
      </p:sp>
      <p:sp>
        <p:nvSpPr>
          <p:cNvPr id="22" name="Shape 19"/>
          <p:cNvSpPr/>
          <p:nvPr/>
        </p:nvSpPr>
        <p:spPr>
          <a:xfrm>
            <a:off x="14416980" y="3762375"/>
            <a:ext cx="3185145" cy="3762375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4712255" y="4057650"/>
            <a:ext cx="285405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188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25" dirty="0"/>
          </a:p>
        </p:txBody>
      </p:sp>
      <p:sp>
        <p:nvSpPr>
          <p:cNvPr id="24" name="Text 21"/>
          <p:cNvSpPr/>
          <p:nvPr/>
        </p:nvSpPr>
        <p:spPr>
          <a:xfrm>
            <a:off x="14712255" y="4381500"/>
            <a:ext cx="2672433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46"/>
              </a:lnSpc>
              <a:buNone/>
            </a:pPr>
            <a:r>
              <a:rPr lang="en-US" sz="202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Practical — and affordable</a:t>
            </a:r>
            <a:endParaRPr lang="en-US" sz="2025" dirty="0"/>
          </a:p>
        </p:txBody>
      </p:sp>
      <p:sp>
        <p:nvSpPr>
          <p:cNvPr id="25" name="Text 22"/>
          <p:cNvSpPr/>
          <p:nvPr/>
        </p:nvSpPr>
        <p:spPr>
          <a:xfrm>
            <a:off x="14712255" y="5157788"/>
            <a:ext cx="2672433" cy="1612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783"/>
              </a:lnSpc>
              <a:buNone/>
            </a:pPr>
            <a:r>
              <a:rPr lang="en-US" sz="14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Running automations instead of roadmaps — each with specification, test protocol and runbook. One unit of build capacity from €3,800 a month.</a:t>
            </a:r>
            <a:endParaRPr lang="en-US" sz="1425" dirty="0"/>
          </a:p>
        </p:txBody>
      </p:sp>
      <p:sp>
        <p:nvSpPr>
          <p:cNvPr id="26" name="Shape 23"/>
          <p:cNvSpPr/>
          <p:nvPr/>
        </p:nvSpPr>
        <p:spPr>
          <a:xfrm>
            <a:off x="685800" y="7743825"/>
            <a:ext cx="16916400" cy="1114425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1038225" y="8027194"/>
            <a:ext cx="1783270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88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A SIXTH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038225" y="8265319"/>
            <a:ext cx="1783270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875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a sixth: verifiably secure — ISO 27001, TISAX, GDPR, EU hosting, no model training on your data.</a:t>
            </a:r>
            <a:endParaRPr lang="en-US" sz="1875" dirty="0"/>
          </a:p>
        </p:txBody>
      </p:sp>
      <p:sp>
        <p:nvSpPr>
          <p:cNvPr id="29" name="Text 26"/>
          <p:cNvSpPr/>
          <p:nvPr/>
        </p:nvSpPr>
        <p:spPr>
          <a:xfrm>
            <a:off x="685800" y="9525000"/>
            <a:ext cx="671272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SOLUTIONS GROUP · BOREKSOLUTIONS.DE</a:t>
            </a:r>
            <a:endParaRPr lang="en-US" sz="1125" dirty="0"/>
          </a:p>
        </p:txBody>
      </p:sp>
      <p:sp>
        <p:nvSpPr>
          <p:cNvPr id="30" name="Text 27"/>
          <p:cNvSpPr/>
          <p:nvPr/>
        </p:nvSpPr>
        <p:spPr>
          <a:xfrm>
            <a:off x="16953012" y="9525000"/>
            <a:ext cx="72538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26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27" b="27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D1240">
              <a:alpha val="8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375" y="857250"/>
            <a:ext cx="2724150" cy="72806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95375" y="2857500"/>
            <a:ext cx="3367452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kern="0" spc="338" dirty="0">
                <a:solidFill>
                  <a:srgbClr val="C9CE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01 · PRODUCT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1095375" y="4000500"/>
            <a:ext cx="6799652" cy="10882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811"/>
              </a:lnSpc>
              <a:buNone/>
            </a:pPr>
            <a:r>
              <a:rPr lang="en-US" sz="7875" kern="0" spc="-18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AI Suite</a:t>
            </a:r>
            <a:endParaRPr lang="en-US" sz="7875" dirty="0"/>
          </a:p>
        </p:txBody>
      </p:sp>
      <p:sp>
        <p:nvSpPr>
          <p:cNvPr id="7" name="Text 3"/>
          <p:cNvSpPr/>
          <p:nvPr/>
        </p:nvSpPr>
        <p:spPr>
          <a:xfrm>
            <a:off x="1095375" y="5572125"/>
            <a:ext cx="149828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250" dirty="0">
                <a:solidFill>
                  <a:srgbClr val="E4E7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Capture, build, operate — the system behind the department.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1095375" y="9620250"/>
            <a:ext cx="671272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SOLUTIONS GROUP · BOREKSOLUTIONS.DE</a:t>
            </a:r>
            <a:endParaRPr lang="en-US" sz="1125" dirty="0"/>
          </a:p>
        </p:txBody>
      </p:sp>
      <p:sp>
        <p:nvSpPr>
          <p:cNvPr id="9" name="Text 5"/>
          <p:cNvSpPr/>
          <p:nvPr/>
        </p:nvSpPr>
        <p:spPr>
          <a:xfrm>
            <a:off x="16533093" y="9620250"/>
            <a:ext cx="73573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26</a:t>
            </a:r>
            <a:endParaRPr lang="en-US" sz="11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5200" y="1019175"/>
            <a:ext cx="2667000" cy="6236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133475"/>
            <a:ext cx="198925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63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AI SUITE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685800" y="1428750"/>
            <a:ext cx="13620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034"/>
              </a:lnSpc>
              <a:buNone/>
            </a:pPr>
            <a:r>
              <a:rPr lang="en-US" sz="4500" kern="0" spc="-9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system, three stages — a closed loop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685800" y="2286000"/>
            <a:ext cx="16678275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07"/>
              </a:lnSpc>
              <a:buNone/>
            </a:pPr>
            <a:r>
              <a:rPr lang="en-US" sz="17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Capture, build, operate: the Suite finds the automation potential across the whole company, hands every opportunity to the delivery team as a build-ready specification and shows in the cockpit what it is worth.</a:t>
            </a:r>
            <a:endParaRPr lang="en-US" sz="1725" dirty="0"/>
          </a:p>
        </p:txBody>
      </p:sp>
      <p:sp>
        <p:nvSpPr>
          <p:cNvPr id="6" name="Shape 3"/>
          <p:cNvSpPr/>
          <p:nvPr/>
        </p:nvSpPr>
        <p:spPr>
          <a:xfrm>
            <a:off x="685800" y="3143250"/>
            <a:ext cx="5410200" cy="3810000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38225" y="3438525"/>
            <a:ext cx="517588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883"/>
              </a:lnSpc>
              <a:buNone/>
            </a:pPr>
            <a:r>
              <a:rPr lang="en-US" sz="3450" b="1" dirty="0">
                <a:solidFill>
                  <a:srgbClr val="124F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3450" dirty="0"/>
          </a:p>
        </p:txBody>
      </p:sp>
      <p:sp>
        <p:nvSpPr>
          <p:cNvPr id="8" name="Text 5"/>
          <p:cNvSpPr/>
          <p:nvPr/>
        </p:nvSpPr>
        <p:spPr>
          <a:xfrm>
            <a:off x="1038225" y="4105275"/>
            <a:ext cx="5175885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034"/>
              </a:lnSpc>
              <a:buNone/>
            </a:pPr>
            <a:r>
              <a:rPr lang="en-US" sz="270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1038225" y="4634805"/>
            <a:ext cx="4846511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15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AI agent interviews every level — from management to the shop floor. Five to ten minutes per conversation, by voice or text. No workshops, no consultants.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038225" y="6007447"/>
            <a:ext cx="4705350" cy="9525"/>
          </a:xfrm>
          <a:prstGeom prst="rect">
            <a:avLst/>
          </a:prstGeom>
          <a:solidFill>
            <a:srgbClr val="D5D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38225" y="6169372"/>
            <a:ext cx="4846511" cy="52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522"/>
              </a:lnSpc>
              <a:buNone/>
            </a:pPr>
            <a:r>
              <a:rPr lang="en-US" sz="142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Result: </a:t>
            </a:r>
            <a:r>
              <a:rPr lang="en-US" sz="1425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scored backlog with a business case per candidate.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6438900" y="3143250"/>
            <a:ext cx="5410200" cy="3810000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791325" y="3438525"/>
            <a:ext cx="517588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883"/>
              </a:lnSpc>
              <a:buNone/>
            </a:pPr>
            <a:r>
              <a:rPr lang="en-US" sz="3450" b="1" dirty="0">
                <a:solidFill>
                  <a:srgbClr val="124F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3450" dirty="0"/>
          </a:p>
        </p:txBody>
      </p:sp>
      <p:sp>
        <p:nvSpPr>
          <p:cNvPr id="14" name="Text 11"/>
          <p:cNvSpPr/>
          <p:nvPr/>
        </p:nvSpPr>
        <p:spPr>
          <a:xfrm>
            <a:off x="6791325" y="4105275"/>
            <a:ext cx="5175885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034"/>
              </a:lnSpc>
              <a:buNone/>
            </a:pPr>
            <a:r>
              <a:rPr lang="en-US" sz="270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6791325" y="4634805"/>
            <a:ext cx="484651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15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approved specification goes to your expert team in the hub. Around four weeks per automation, IT sign-off in parallel, live on your go / no-go.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791325" y="6007447"/>
            <a:ext cx="4705350" cy="9525"/>
          </a:xfrm>
          <a:prstGeom prst="rect">
            <a:avLst/>
          </a:prstGeom>
          <a:solidFill>
            <a:srgbClr val="D5D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791325" y="6169372"/>
            <a:ext cx="4846511" cy="52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522"/>
              </a:lnSpc>
              <a:buNone/>
            </a:pPr>
            <a:r>
              <a:rPr lang="en-US" sz="142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Result: </a:t>
            </a:r>
            <a:r>
              <a:rPr lang="en-US" sz="1425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running automation in production — with specification, test protocol and runbook.</a:t>
            </a:r>
            <a:endParaRPr lang="en-US" sz="1425" dirty="0"/>
          </a:p>
        </p:txBody>
      </p:sp>
      <p:sp>
        <p:nvSpPr>
          <p:cNvPr id="18" name="Shape 15"/>
          <p:cNvSpPr/>
          <p:nvPr/>
        </p:nvSpPr>
        <p:spPr>
          <a:xfrm>
            <a:off x="12192000" y="3143250"/>
            <a:ext cx="5410200" cy="3810000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2544425" y="3438525"/>
            <a:ext cx="517588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883"/>
              </a:lnSpc>
              <a:buNone/>
            </a:pPr>
            <a:r>
              <a:rPr lang="en-US" sz="3450" b="1" dirty="0">
                <a:solidFill>
                  <a:srgbClr val="124F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3450" dirty="0"/>
          </a:p>
        </p:txBody>
      </p:sp>
      <p:sp>
        <p:nvSpPr>
          <p:cNvPr id="20" name="Text 17"/>
          <p:cNvSpPr/>
          <p:nvPr/>
        </p:nvSpPr>
        <p:spPr>
          <a:xfrm>
            <a:off x="12544425" y="4105275"/>
            <a:ext cx="5175885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034"/>
              </a:lnSpc>
              <a:buNone/>
            </a:pPr>
            <a:r>
              <a:rPr lang="en-US" sz="270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Operate</a:t>
            </a:r>
            <a:endParaRPr lang="en-US" sz="2700" dirty="0"/>
          </a:p>
        </p:txBody>
      </p:sp>
      <p:sp>
        <p:nvSpPr>
          <p:cNvPr id="21" name="Text 18"/>
          <p:cNvSpPr/>
          <p:nvPr/>
        </p:nvSpPr>
        <p:spPr>
          <a:xfrm>
            <a:off x="12544425" y="4634805"/>
            <a:ext cx="4846511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286"/>
              </a:lnSpc>
              <a:buNone/>
            </a:pPr>
            <a:r>
              <a:rPr lang="en-US" sz="15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cockpit for the whole company: automation level per department, hours saved, value contribution, exceptions and errors.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12544425" y="6007447"/>
            <a:ext cx="4705350" cy="9525"/>
          </a:xfrm>
          <a:prstGeom prst="rect">
            <a:avLst/>
          </a:prstGeom>
          <a:solidFill>
            <a:srgbClr val="D5D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2544425" y="6169372"/>
            <a:ext cx="4846511" cy="52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522"/>
              </a:lnSpc>
              <a:buNone/>
            </a:pPr>
            <a:r>
              <a:rPr lang="en-US" sz="142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Result: </a:t>
            </a:r>
            <a:r>
              <a:rPr lang="en-US" sz="1425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steering instead of gut feeling — the next wave becomes visible.</a:t>
            </a:r>
            <a:endParaRPr lang="en-US" sz="1425" dirty="0"/>
          </a:p>
        </p:txBody>
      </p:sp>
      <p:sp>
        <p:nvSpPr>
          <p:cNvPr id="24" name="Shape 21"/>
          <p:cNvSpPr/>
          <p:nvPr/>
        </p:nvSpPr>
        <p:spPr>
          <a:xfrm>
            <a:off x="685800" y="7239000"/>
            <a:ext cx="16916400" cy="1047750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038225" y="7489031"/>
            <a:ext cx="1783270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88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LOOP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038225" y="7727156"/>
            <a:ext cx="1783270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333"/>
              </a:lnSpc>
              <a:buNone/>
            </a:pPr>
            <a:r>
              <a:rPr lang="en-US" sz="1875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continuous loop: capture → build → operate → and the running automations show what comes next.</a:t>
            </a:r>
            <a:endParaRPr lang="en-US" sz="1875" dirty="0"/>
          </a:p>
        </p:txBody>
      </p:sp>
      <p:sp>
        <p:nvSpPr>
          <p:cNvPr id="27" name="Text 24"/>
          <p:cNvSpPr/>
          <p:nvPr/>
        </p:nvSpPr>
        <p:spPr>
          <a:xfrm>
            <a:off x="685800" y="8601075"/>
            <a:ext cx="18608040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783"/>
              </a:lnSpc>
              <a:buNone/>
            </a:pPr>
            <a:r>
              <a:rPr lang="en-US" sz="1425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own product — monthly licence plus one-off setup. The capture approach already runs in our delivery projects.</a:t>
            </a:r>
            <a:endParaRPr lang="en-US" sz="1425" dirty="0"/>
          </a:p>
        </p:txBody>
      </p:sp>
      <p:sp>
        <p:nvSpPr>
          <p:cNvPr id="28" name="Text 25"/>
          <p:cNvSpPr/>
          <p:nvPr/>
        </p:nvSpPr>
        <p:spPr>
          <a:xfrm>
            <a:off x="685800" y="9525000"/>
            <a:ext cx="671272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SOLUTIONS GROUP · BOREKSOLUTIONS.DE</a:t>
            </a:r>
            <a:endParaRPr lang="en-US" sz="1125" dirty="0"/>
          </a:p>
        </p:txBody>
      </p:sp>
      <p:sp>
        <p:nvSpPr>
          <p:cNvPr id="29" name="Text 26"/>
          <p:cNvSpPr/>
          <p:nvPr/>
        </p:nvSpPr>
        <p:spPr>
          <a:xfrm>
            <a:off x="16942519" y="9525000"/>
            <a:ext cx="73588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26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5200" y="1019175"/>
            <a:ext cx="2667000" cy="6236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133475"/>
            <a:ext cx="112201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63" dirty="0">
                <a:solidFill>
                  <a:srgbClr val="124F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685800" y="1428750"/>
            <a:ext cx="12753975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034"/>
              </a:lnSpc>
              <a:buNone/>
            </a:pPr>
            <a:r>
              <a:rPr lang="en-US" sz="4500" kern="0" spc="-9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AI that interviews everyone — and turns answers into automations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685800" y="2857500"/>
            <a:ext cx="1362075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966"/>
              </a:lnSpc>
              <a:buNone/>
            </a:pPr>
            <a:r>
              <a:rPr lang="en-US" sz="18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Nine tailored conversations, one per role and depth. Five to ten minutes, on any device, in German or English.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85800" y="4463355"/>
            <a:ext cx="342900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5800" y="4000500"/>
            <a:ext cx="353187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b="1" dirty="0">
                <a:solidFill>
                  <a:srgbClr val="124F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L1 </a:t>
            </a:r>
            <a:r>
              <a:rPr lang="en-US" sz="16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Management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4114800" y="4463355"/>
            <a:ext cx="685800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114800" y="4000500"/>
            <a:ext cx="706374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C1 Vision &amp; priorities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85800" y="5126236"/>
            <a:ext cx="342900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85800" y="4663380"/>
            <a:ext cx="353187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b="1" dirty="0">
                <a:solidFill>
                  <a:srgbClr val="124F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L2 </a:t>
            </a:r>
            <a:r>
              <a:rPr lang="en-US" sz="16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Division heads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4114800" y="5126236"/>
            <a:ext cx="685800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114800" y="4663380"/>
            <a:ext cx="706374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C2 Potential scan · C3 Process map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685800" y="5789116"/>
            <a:ext cx="342900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85800" y="5326261"/>
            <a:ext cx="353187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b="1" dirty="0">
                <a:solidFill>
                  <a:srgbClr val="124F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L3 </a:t>
            </a:r>
            <a:r>
              <a:rPr lang="en-US" sz="16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leads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4114800" y="5789116"/>
            <a:ext cx="685800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114800" y="5326261"/>
            <a:ext cx="706374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C4 Process walk-through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685800" y="6451997"/>
            <a:ext cx="342900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85800" y="5989141"/>
            <a:ext cx="353187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b="1" dirty="0">
                <a:solidFill>
                  <a:srgbClr val="124F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L4 </a:t>
            </a:r>
            <a:r>
              <a:rPr lang="en-US" sz="16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Employees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4114800" y="6451997"/>
            <a:ext cx="685800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114800" y="5989141"/>
            <a:ext cx="706374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C5 Everyday tasks · C6 Task deep-dive</a:t>
            </a:r>
            <a:endParaRPr lang="en-US" sz="1650" dirty="0"/>
          </a:p>
        </p:txBody>
      </p:sp>
      <p:sp>
        <p:nvSpPr>
          <p:cNvPr id="22" name="Shape 19"/>
          <p:cNvSpPr/>
          <p:nvPr/>
        </p:nvSpPr>
        <p:spPr>
          <a:xfrm>
            <a:off x="685800" y="7114877"/>
            <a:ext cx="342900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85800" y="6652022"/>
            <a:ext cx="353187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b="1" dirty="0">
                <a:solidFill>
                  <a:srgbClr val="124F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L5 </a:t>
            </a:r>
            <a:r>
              <a:rPr lang="en-US" sz="16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/ Data</a:t>
            </a:r>
            <a:endParaRPr lang="en-US" sz="1650" dirty="0"/>
          </a:p>
        </p:txBody>
      </p:sp>
      <p:sp>
        <p:nvSpPr>
          <p:cNvPr id="24" name="Shape 21"/>
          <p:cNvSpPr/>
          <p:nvPr/>
        </p:nvSpPr>
        <p:spPr>
          <a:xfrm>
            <a:off x="4114800" y="7114877"/>
            <a:ext cx="685800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114800" y="6652022"/>
            <a:ext cx="706374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C7 Technology &amp; data check</a:t>
            </a:r>
            <a:endParaRPr lang="en-US" sz="1650" dirty="0"/>
          </a:p>
        </p:txBody>
      </p:sp>
      <p:sp>
        <p:nvSpPr>
          <p:cNvPr id="26" name="Text 23"/>
          <p:cNvSpPr/>
          <p:nvPr/>
        </p:nvSpPr>
        <p:spPr>
          <a:xfrm>
            <a:off x="685800" y="7314902"/>
            <a:ext cx="353187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b="1" dirty="0">
                <a:solidFill>
                  <a:srgbClr val="124F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</a:t>
            </a:r>
            <a:r>
              <a:rPr lang="en-US" sz="16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Everyone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4114800" y="7314902"/>
            <a:ext cx="706374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C8 Review &amp; confirm</a:t>
            </a:r>
            <a:endParaRPr lang="en-US" sz="1650" dirty="0"/>
          </a:p>
        </p:txBody>
      </p:sp>
      <p:sp>
        <p:nvSpPr>
          <p:cNvPr id="28" name="Shape 25"/>
          <p:cNvSpPr/>
          <p:nvPr/>
        </p:nvSpPr>
        <p:spPr>
          <a:xfrm>
            <a:off x="11811000" y="3810000"/>
            <a:ext cx="5791200" cy="1924050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2163425" y="4124325"/>
            <a:ext cx="559498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941"/>
              </a:lnSpc>
              <a:buNone/>
            </a:pPr>
            <a:r>
              <a:rPr lang="en-US" sz="210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scans, then one deep-dive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12163425" y="4591050"/>
            <a:ext cx="5238941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67"/>
              </a:lnSpc>
              <a:buNone/>
            </a:pPr>
            <a:r>
              <a:rPr lang="en-US" sz="15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Everyone first names their manual tasks; we only go deep on the one that counts. Easy for employees, build-ready where it matters.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11811000" y="6000750"/>
            <a:ext cx="5791200" cy="1924050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12163425" y="6315075"/>
            <a:ext cx="559498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2941"/>
              </a:lnSpc>
              <a:buNone/>
            </a:pPr>
            <a:r>
              <a:rPr lang="en-US" sz="210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 ideas go to C9</a:t>
            </a:r>
            <a:endParaRPr lang="en-US" sz="2100" dirty="0"/>
          </a:p>
        </p:txBody>
      </p:sp>
      <p:sp>
        <p:nvSpPr>
          <p:cNvPr id="33" name="Text 30"/>
          <p:cNvSpPr/>
          <p:nvPr/>
        </p:nvSpPr>
        <p:spPr>
          <a:xfrm>
            <a:off x="12163425" y="6781800"/>
            <a:ext cx="5238941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67"/>
              </a:lnSpc>
              <a:buNone/>
            </a:pPr>
            <a:r>
              <a:rPr lang="en-US" sz="15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an idea is a whole tool rather than a single task, it moves to the project track and becomes a staged plan with an MVP first.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685800" y="9525000"/>
            <a:ext cx="671272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SOLUTIONS GROUP · BOREKSOLUTIONS.DE</a:t>
            </a:r>
            <a:endParaRPr lang="en-US" sz="1125" dirty="0"/>
          </a:p>
        </p:txBody>
      </p:sp>
      <p:sp>
        <p:nvSpPr>
          <p:cNvPr id="35" name="Text 32"/>
          <p:cNvSpPr/>
          <p:nvPr/>
        </p:nvSpPr>
        <p:spPr>
          <a:xfrm>
            <a:off x="16972955" y="9525000"/>
            <a:ext cx="7054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26</a:t>
            </a:r>
            <a:endParaRPr lang="en-US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5200" y="1019175"/>
            <a:ext cx="2667000" cy="6236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133475"/>
            <a:ext cx="381135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63" dirty="0">
                <a:solidFill>
                  <a:srgbClr val="124F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· FROM OUR SYSTEM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685800" y="1428750"/>
            <a:ext cx="12753975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034"/>
              </a:lnSpc>
              <a:buNone/>
            </a:pPr>
            <a:r>
              <a:rPr lang="en-US" sz="4500" kern="0" spc="-9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Employees simply talk — and can share documents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685800" y="2857500"/>
            <a:ext cx="9620250" cy="5715000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66800" y="3181350"/>
            <a:ext cx="359198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AI SUITE — CAPTURE AGENT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29946" y="3181350"/>
            <a:ext cx="340461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C5 · MY EVERYDAY TASKS · VOICE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66800" y="3664744"/>
            <a:ext cx="133350" cy="133350"/>
          </a:xfrm>
          <a:prstGeom prst="ellipse">
            <a:avLst/>
          </a:prstGeom>
          <a:solidFill>
            <a:srgbClr val="2FC9B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352550" y="3614738"/>
            <a:ext cx="2894982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DDE1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conversation · listening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390534" y="3614738"/>
            <a:ext cx="610716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00:42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6800" y="4171950"/>
            <a:ext cx="97440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TRANSCRIPT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066800" y="4505325"/>
            <a:ext cx="93345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74"/>
              </a:lnSpc>
              <a:buNone/>
            </a:pPr>
            <a:r>
              <a:rPr lang="en-US" sz="1650" b="1" dirty="0">
                <a:solidFill>
                  <a:srgbClr val="8FD8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2114550" y="4505325"/>
            <a:ext cx="5620851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74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task do you do almost daily and find routine?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066800" y="4970115"/>
            <a:ext cx="93345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74"/>
              </a:lnSpc>
              <a:buNone/>
            </a:pPr>
            <a:r>
              <a:rPr lang="en-US" sz="1650" b="1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2114550" y="4970115"/>
            <a:ext cx="6388083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74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Matching invoices with purchase orders — about 60 a day.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066800" y="5434905"/>
            <a:ext cx="93345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74"/>
              </a:lnSpc>
              <a:buNone/>
            </a:pPr>
            <a:r>
              <a:rPr lang="en-US" sz="1650" b="1" dirty="0">
                <a:solidFill>
                  <a:srgbClr val="8FD8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2114550" y="5434905"/>
            <a:ext cx="5086663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74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Understood — can you share a recent invoice?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066800" y="7491413"/>
            <a:ext cx="8858250" cy="757238"/>
          </a:xfrm>
          <a:prstGeom prst="rect">
            <a:avLst/>
          </a:prstGeom>
          <a:ln w="14288">
            <a:solidFill>
              <a:srgbClr val="FFFFFF">
                <a:alpha val="35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195864" y="7753350"/>
            <a:ext cx="8600123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C9CE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Drag a document here — invoice, export, screenshot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10858500" y="2857500"/>
            <a:ext cx="6743700" cy="5715000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1249025" y="3190875"/>
            <a:ext cx="655891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188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CAPTURE</a:t>
            </a:r>
            <a:endParaRPr lang="en-US" sz="1125" dirty="0"/>
          </a:p>
        </p:txBody>
      </p:sp>
      <p:sp>
        <p:nvSpPr>
          <p:cNvPr id="22" name="Shape 19"/>
          <p:cNvSpPr/>
          <p:nvPr/>
        </p:nvSpPr>
        <p:spPr>
          <a:xfrm>
            <a:off x="11249025" y="4089499"/>
            <a:ext cx="12382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1249025" y="3695700"/>
            <a:ext cx="1314450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57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Trigger</a:t>
            </a:r>
            <a:endParaRPr lang="en-US" sz="1575" dirty="0"/>
          </a:p>
        </p:txBody>
      </p:sp>
      <p:sp>
        <p:nvSpPr>
          <p:cNvPr id="24" name="Shape 21"/>
          <p:cNvSpPr/>
          <p:nvPr/>
        </p:nvSpPr>
        <p:spPr>
          <a:xfrm>
            <a:off x="12677775" y="4089499"/>
            <a:ext cx="453390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2677775" y="3695700"/>
            <a:ext cx="4669917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57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Invoice arrives in the accounts-payable inbox</a:t>
            </a:r>
            <a:endParaRPr lang="en-US" sz="1575" dirty="0"/>
          </a:p>
        </p:txBody>
      </p:sp>
      <p:sp>
        <p:nvSpPr>
          <p:cNvPr id="26" name="Shape 23"/>
          <p:cNvSpPr/>
          <p:nvPr/>
        </p:nvSpPr>
        <p:spPr>
          <a:xfrm>
            <a:off x="11249025" y="4616648"/>
            <a:ext cx="12382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11249025" y="4222849"/>
            <a:ext cx="1314450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57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</a:t>
            </a:r>
            <a:endParaRPr lang="en-US" sz="1575" dirty="0"/>
          </a:p>
        </p:txBody>
      </p:sp>
      <p:sp>
        <p:nvSpPr>
          <p:cNvPr id="28" name="Shape 25"/>
          <p:cNvSpPr/>
          <p:nvPr/>
        </p:nvSpPr>
        <p:spPr>
          <a:xfrm>
            <a:off x="12677775" y="4616648"/>
            <a:ext cx="453390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2677775" y="4222849"/>
            <a:ext cx="4669917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57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~60 per day</a:t>
            </a:r>
            <a:endParaRPr lang="en-US" sz="1575" dirty="0"/>
          </a:p>
        </p:txBody>
      </p:sp>
      <p:sp>
        <p:nvSpPr>
          <p:cNvPr id="30" name="Shape 27"/>
          <p:cNvSpPr/>
          <p:nvPr/>
        </p:nvSpPr>
        <p:spPr>
          <a:xfrm>
            <a:off x="11249025" y="5143798"/>
            <a:ext cx="12382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11249025" y="4749998"/>
            <a:ext cx="1314450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57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</a:t>
            </a:r>
            <a:endParaRPr lang="en-US" sz="1575" dirty="0"/>
          </a:p>
        </p:txBody>
      </p:sp>
      <p:sp>
        <p:nvSpPr>
          <p:cNvPr id="32" name="Shape 29"/>
          <p:cNvSpPr/>
          <p:nvPr/>
        </p:nvSpPr>
        <p:spPr>
          <a:xfrm>
            <a:off x="12677775" y="5143798"/>
            <a:ext cx="453390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12677775" y="4749998"/>
            <a:ext cx="4669917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57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 if &gt; 2 % deviation from the order</a:t>
            </a:r>
            <a:endParaRPr lang="en-US" sz="1575" dirty="0"/>
          </a:p>
        </p:txBody>
      </p:sp>
      <p:sp>
        <p:nvSpPr>
          <p:cNvPr id="34" name="Shape 31"/>
          <p:cNvSpPr/>
          <p:nvPr/>
        </p:nvSpPr>
        <p:spPr>
          <a:xfrm>
            <a:off x="11249025" y="5670947"/>
            <a:ext cx="12382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11249025" y="5277148"/>
            <a:ext cx="1314450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57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Steps</a:t>
            </a:r>
            <a:endParaRPr lang="en-US" sz="1575" dirty="0"/>
          </a:p>
        </p:txBody>
      </p:sp>
      <p:sp>
        <p:nvSpPr>
          <p:cNvPr id="36" name="Shape 33"/>
          <p:cNvSpPr/>
          <p:nvPr/>
        </p:nvSpPr>
        <p:spPr>
          <a:xfrm>
            <a:off x="12677775" y="5670947"/>
            <a:ext cx="453390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12677775" y="5277148"/>
            <a:ext cx="4669917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57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→ match → post</a:t>
            </a:r>
            <a:endParaRPr lang="en-US" sz="1575" dirty="0"/>
          </a:p>
        </p:txBody>
      </p:sp>
      <p:sp>
        <p:nvSpPr>
          <p:cNvPr id="38" name="Shape 35"/>
          <p:cNvSpPr/>
          <p:nvPr/>
        </p:nvSpPr>
        <p:spPr>
          <a:xfrm>
            <a:off x="11249025" y="6198096"/>
            <a:ext cx="12382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11249025" y="5804297"/>
            <a:ext cx="1314450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57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Systems</a:t>
            </a:r>
            <a:endParaRPr lang="en-US" sz="1575" dirty="0"/>
          </a:p>
        </p:txBody>
      </p:sp>
      <p:sp>
        <p:nvSpPr>
          <p:cNvPr id="40" name="Shape 37"/>
          <p:cNvSpPr/>
          <p:nvPr/>
        </p:nvSpPr>
        <p:spPr>
          <a:xfrm>
            <a:off x="12677775" y="6198096"/>
            <a:ext cx="453390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12677775" y="5804297"/>
            <a:ext cx="4669917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57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Outlook, SAP</a:t>
            </a:r>
            <a:endParaRPr lang="en-US" sz="1575" dirty="0"/>
          </a:p>
        </p:txBody>
      </p:sp>
      <p:sp>
        <p:nvSpPr>
          <p:cNvPr id="42" name="Text 39"/>
          <p:cNvSpPr/>
          <p:nvPr/>
        </p:nvSpPr>
        <p:spPr>
          <a:xfrm>
            <a:off x="11249025" y="6331446"/>
            <a:ext cx="1314450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57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</a:t>
            </a:r>
            <a:endParaRPr lang="en-US" sz="1575" dirty="0"/>
          </a:p>
        </p:txBody>
      </p:sp>
      <p:sp>
        <p:nvSpPr>
          <p:cNvPr id="43" name="Text 40"/>
          <p:cNvSpPr/>
          <p:nvPr/>
        </p:nvSpPr>
        <p:spPr>
          <a:xfrm>
            <a:off x="12677775" y="6331446"/>
            <a:ext cx="4669917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57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invoice_4711.pdf</a:t>
            </a:r>
            <a:endParaRPr lang="en-US" sz="1575" dirty="0"/>
          </a:p>
        </p:txBody>
      </p:sp>
      <p:sp>
        <p:nvSpPr>
          <p:cNvPr id="44" name="Text 41"/>
          <p:cNvSpPr/>
          <p:nvPr/>
        </p:nvSpPr>
        <p:spPr>
          <a:xfrm>
            <a:off x="11249025" y="7958138"/>
            <a:ext cx="655891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4F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becomes a build-ready requirement</a:t>
            </a:r>
            <a:endParaRPr lang="en-US" sz="1800" dirty="0"/>
          </a:p>
        </p:txBody>
      </p:sp>
      <p:sp>
        <p:nvSpPr>
          <p:cNvPr id="45" name="Text 42"/>
          <p:cNvSpPr/>
          <p:nvPr/>
        </p:nvSpPr>
        <p:spPr>
          <a:xfrm>
            <a:off x="685800" y="9525000"/>
            <a:ext cx="671272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SOLUTIONS GROUP · BOREKSOLUTIONS.DE</a:t>
            </a:r>
            <a:endParaRPr lang="en-US" sz="1125" dirty="0"/>
          </a:p>
        </p:txBody>
      </p:sp>
      <p:sp>
        <p:nvSpPr>
          <p:cNvPr id="46" name="Text 43"/>
          <p:cNvSpPr/>
          <p:nvPr/>
        </p:nvSpPr>
        <p:spPr>
          <a:xfrm>
            <a:off x="17005027" y="9525000"/>
            <a:ext cx="6733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26</a:t>
            </a:r>
            <a:endParaRPr lang="en-US" sz="11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5200" y="1019175"/>
            <a:ext cx="2667000" cy="6236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133475"/>
            <a:ext cx="27159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63" dirty="0">
                <a:solidFill>
                  <a:srgbClr val="124F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· THE YIELD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685800" y="1428750"/>
            <a:ext cx="12753975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034"/>
              </a:lnSpc>
              <a:buNone/>
            </a:pPr>
            <a:r>
              <a:rPr lang="en-US" sz="4500" kern="0" spc="-9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the first time, an objective view of your automation potential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685800" y="2857500"/>
            <a:ext cx="13735050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07"/>
              </a:lnSpc>
              <a:buNone/>
            </a:pPr>
            <a:r>
              <a:rPr lang="en-US" sz="17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gut feeling, no workshop opinion: a map across the whole company — how many automations there are, where they sit, what they are worth and what they cost.</a:t>
            </a:r>
            <a:endParaRPr lang="en-US" sz="1725" dirty="0"/>
          </a:p>
        </p:txBody>
      </p:sp>
      <p:sp>
        <p:nvSpPr>
          <p:cNvPr id="6" name="Text 3"/>
          <p:cNvSpPr/>
          <p:nvPr/>
        </p:nvSpPr>
        <p:spPr>
          <a:xfrm>
            <a:off x="685800" y="3762375"/>
            <a:ext cx="486786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188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 MAP PER DEPARTMENT · EXAMPLE</a:t>
            </a:r>
            <a:endParaRPr lang="en-US" sz="1125" dirty="0"/>
          </a:p>
        </p:txBody>
      </p:sp>
      <p:sp>
        <p:nvSpPr>
          <p:cNvPr id="7" name="Shape 4"/>
          <p:cNvSpPr/>
          <p:nvPr/>
        </p:nvSpPr>
        <p:spPr>
          <a:xfrm>
            <a:off x="685800" y="4497660"/>
            <a:ext cx="3333750" cy="19050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800" y="4210050"/>
            <a:ext cx="3433763" cy="21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7059"/>
              </a:lnSpc>
              <a:buNone/>
            </a:pPr>
            <a:r>
              <a:rPr lang="en-US" sz="1050" b="1" kern="0" spc="1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019550" y="4497660"/>
            <a:ext cx="2381250" cy="19050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943350" y="4210050"/>
            <a:ext cx="2457450" cy="21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07059"/>
              </a:lnSpc>
              <a:buNone/>
            </a:pPr>
            <a:r>
              <a:rPr lang="en-US" sz="1050" b="1" kern="0" spc="1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0" y="4497660"/>
            <a:ext cx="2381250" cy="19050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324600" y="4210050"/>
            <a:ext cx="2457450" cy="21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07059"/>
              </a:lnSpc>
              <a:buNone/>
            </a:pPr>
            <a:r>
              <a:rPr lang="en-US" sz="1050" b="1" kern="0" spc="1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1 / 2 / 3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782050" y="4497660"/>
            <a:ext cx="2381250" cy="19050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705850" y="4210050"/>
            <a:ext cx="2457450" cy="211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07059"/>
              </a:lnSpc>
              <a:buNone/>
            </a:pPr>
            <a:r>
              <a:rPr lang="en-US" sz="1050" b="1" kern="0" spc="1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POTENTIAL H / MONTH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85800" y="5036716"/>
            <a:ext cx="33337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85800" y="4640535"/>
            <a:ext cx="3433763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4019550" y="5036716"/>
            <a:ext cx="23812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943350" y="4640535"/>
            <a:ext cx="245745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05926"/>
              </a:lnSpc>
              <a:buNone/>
            </a:pPr>
            <a:r>
              <a:rPr lang="en-US" sz="165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6400800" y="5036716"/>
            <a:ext cx="23812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324600" y="4640535"/>
            <a:ext cx="245745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05926"/>
              </a:lnSpc>
              <a:buNone/>
            </a:pPr>
            <a:r>
              <a:rPr lang="en-US" sz="16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4 / 1</a:t>
            </a:r>
            <a:endParaRPr lang="en-US" sz="1650" dirty="0"/>
          </a:p>
        </p:txBody>
      </p:sp>
      <p:sp>
        <p:nvSpPr>
          <p:cNvPr id="21" name="Shape 18"/>
          <p:cNvSpPr/>
          <p:nvPr/>
        </p:nvSpPr>
        <p:spPr>
          <a:xfrm>
            <a:off x="8782050" y="5036716"/>
            <a:ext cx="23812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705850" y="4640535"/>
            <a:ext cx="245745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05926"/>
              </a:lnSpc>
              <a:buNone/>
            </a:pPr>
            <a:r>
              <a:rPr lang="en-US" sz="16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310 h</a:t>
            </a:r>
            <a:endParaRPr lang="en-US" sz="1650" dirty="0"/>
          </a:p>
        </p:txBody>
      </p:sp>
      <p:sp>
        <p:nvSpPr>
          <p:cNvPr id="23" name="Shape 20"/>
          <p:cNvSpPr/>
          <p:nvPr/>
        </p:nvSpPr>
        <p:spPr>
          <a:xfrm>
            <a:off x="685800" y="5566246"/>
            <a:ext cx="33337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85800" y="5170066"/>
            <a:ext cx="3433763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service</a:t>
            </a:r>
            <a:endParaRPr lang="en-US" sz="1650" dirty="0"/>
          </a:p>
        </p:txBody>
      </p:sp>
      <p:sp>
        <p:nvSpPr>
          <p:cNvPr id="25" name="Shape 22"/>
          <p:cNvSpPr/>
          <p:nvPr/>
        </p:nvSpPr>
        <p:spPr>
          <a:xfrm>
            <a:off x="4019550" y="5566246"/>
            <a:ext cx="23812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943350" y="5170066"/>
            <a:ext cx="245745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05926"/>
              </a:lnSpc>
              <a:buNone/>
            </a:pPr>
            <a:r>
              <a:rPr lang="en-US" sz="165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650" dirty="0"/>
          </a:p>
        </p:txBody>
      </p:sp>
      <p:sp>
        <p:nvSpPr>
          <p:cNvPr id="27" name="Shape 24"/>
          <p:cNvSpPr/>
          <p:nvPr/>
        </p:nvSpPr>
        <p:spPr>
          <a:xfrm>
            <a:off x="6400800" y="5566246"/>
            <a:ext cx="23812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324600" y="5170066"/>
            <a:ext cx="245745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05926"/>
              </a:lnSpc>
              <a:buNone/>
            </a:pPr>
            <a:r>
              <a:rPr lang="en-US" sz="16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4 / 1</a:t>
            </a:r>
            <a:endParaRPr lang="en-US" sz="1650" dirty="0"/>
          </a:p>
        </p:txBody>
      </p:sp>
      <p:sp>
        <p:nvSpPr>
          <p:cNvPr id="29" name="Shape 26"/>
          <p:cNvSpPr/>
          <p:nvPr/>
        </p:nvSpPr>
        <p:spPr>
          <a:xfrm>
            <a:off x="8782050" y="5566246"/>
            <a:ext cx="23812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705850" y="5170066"/>
            <a:ext cx="245745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05926"/>
              </a:lnSpc>
              <a:buNone/>
            </a:pPr>
            <a:r>
              <a:rPr lang="en-US" sz="16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260 h</a:t>
            </a:r>
            <a:endParaRPr lang="en-US" sz="1650" dirty="0"/>
          </a:p>
        </p:txBody>
      </p:sp>
      <p:sp>
        <p:nvSpPr>
          <p:cNvPr id="31" name="Shape 28"/>
          <p:cNvSpPr/>
          <p:nvPr/>
        </p:nvSpPr>
        <p:spPr>
          <a:xfrm>
            <a:off x="685800" y="6095777"/>
            <a:ext cx="33337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85800" y="5699596"/>
            <a:ext cx="3433763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Logistics</a:t>
            </a:r>
            <a:endParaRPr lang="en-US" sz="1650" dirty="0"/>
          </a:p>
        </p:txBody>
      </p:sp>
      <p:sp>
        <p:nvSpPr>
          <p:cNvPr id="33" name="Shape 30"/>
          <p:cNvSpPr/>
          <p:nvPr/>
        </p:nvSpPr>
        <p:spPr>
          <a:xfrm>
            <a:off x="4019550" y="6095777"/>
            <a:ext cx="23812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3943350" y="5699596"/>
            <a:ext cx="245745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05926"/>
              </a:lnSpc>
              <a:buNone/>
            </a:pPr>
            <a:r>
              <a:rPr lang="en-US" sz="165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650" dirty="0"/>
          </a:p>
        </p:txBody>
      </p:sp>
      <p:sp>
        <p:nvSpPr>
          <p:cNvPr id="35" name="Shape 32"/>
          <p:cNvSpPr/>
          <p:nvPr/>
        </p:nvSpPr>
        <p:spPr>
          <a:xfrm>
            <a:off x="6400800" y="6095777"/>
            <a:ext cx="23812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6324600" y="5699596"/>
            <a:ext cx="245745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05926"/>
              </a:lnSpc>
              <a:buNone/>
            </a:pPr>
            <a:r>
              <a:rPr lang="en-US" sz="16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3 / 0</a:t>
            </a:r>
            <a:endParaRPr lang="en-US" sz="1650" dirty="0"/>
          </a:p>
        </p:txBody>
      </p:sp>
      <p:sp>
        <p:nvSpPr>
          <p:cNvPr id="37" name="Shape 34"/>
          <p:cNvSpPr/>
          <p:nvPr/>
        </p:nvSpPr>
        <p:spPr>
          <a:xfrm>
            <a:off x="8782050" y="6095777"/>
            <a:ext cx="23812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8705850" y="5699596"/>
            <a:ext cx="245745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05926"/>
              </a:lnSpc>
              <a:buNone/>
            </a:pPr>
            <a:r>
              <a:rPr lang="en-US" sz="16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180 h</a:t>
            </a:r>
            <a:endParaRPr lang="en-US" sz="1650" dirty="0"/>
          </a:p>
        </p:txBody>
      </p:sp>
      <p:sp>
        <p:nvSpPr>
          <p:cNvPr id="39" name="Shape 36"/>
          <p:cNvSpPr/>
          <p:nvPr/>
        </p:nvSpPr>
        <p:spPr>
          <a:xfrm>
            <a:off x="685800" y="6625307"/>
            <a:ext cx="33337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685800" y="6229127"/>
            <a:ext cx="3433763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Purchasing</a:t>
            </a:r>
            <a:endParaRPr lang="en-US" sz="1650" dirty="0"/>
          </a:p>
        </p:txBody>
      </p:sp>
      <p:sp>
        <p:nvSpPr>
          <p:cNvPr id="41" name="Shape 38"/>
          <p:cNvSpPr/>
          <p:nvPr/>
        </p:nvSpPr>
        <p:spPr>
          <a:xfrm>
            <a:off x="4019550" y="6625307"/>
            <a:ext cx="23812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3943350" y="6229127"/>
            <a:ext cx="245745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05926"/>
              </a:lnSpc>
              <a:buNone/>
            </a:pPr>
            <a:r>
              <a:rPr lang="en-US" sz="165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650" dirty="0"/>
          </a:p>
        </p:txBody>
      </p:sp>
      <p:sp>
        <p:nvSpPr>
          <p:cNvPr id="43" name="Shape 40"/>
          <p:cNvSpPr/>
          <p:nvPr/>
        </p:nvSpPr>
        <p:spPr>
          <a:xfrm>
            <a:off x="6400800" y="6625307"/>
            <a:ext cx="23812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6324600" y="6229127"/>
            <a:ext cx="245745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05926"/>
              </a:lnSpc>
              <a:buNone/>
            </a:pPr>
            <a:r>
              <a:rPr lang="en-US" sz="16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2 / 1</a:t>
            </a:r>
            <a:endParaRPr lang="en-US" sz="1650" dirty="0"/>
          </a:p>
        </p:txBody>
      </p:sp>
      <p:sp>
        <p:nvSpPr>
          <p:cNvPr id="45" name="Shape 42"/>
          <p:cNvSpPr/>
          <p:nvPr/>
        </p:nvSpPr>
        <p:spPr>
          <a:xfrm>
            <a:off x="8782050" y="6625307"/>
            <a:ext cx="23812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8705850" y="6229127"/>
            <a:ext cx="245745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05926"/>
              </a:lnSpc>
              <a:buNone/>
            </a:pPr>
            <a:r>
              <a:rPr lang="en-US" sz="16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140 h</a:t>
            </a:r>
            <a:endParaRPr lang="en-US" sz="1650" dirty="0"/>
          </a:p>
        </p:txBody>
      </p:sp>
      <p:sp>
        <p:nvSpPr>
          <p:cNvPr id="47" name="Shape 44"/>
          <p:cNvSpPr/>
          <p:nvPr/>
        </p:nvSpPr>
        <p:spPr>
          <a:xfrm>
            <a:off x="685800" y="7154838"/>
            <a:ext cx="33337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685800" y="6758657"/>
            <a:ext cx="3433763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</a:t>
            </a:r>
            <a:endParaRPr lang="en-US" sz="1650" dirty="0"/>
          </a:p>
        </p:txBody>
      </p:sp>
      <p:sp>
        <p:nvSpPr>
          <p:cNvPr id="49" name="Shape 46"/>
          <p:cNvSpPr/>
          <p:nvPr/>
        </p:nvSpPr>
        <p:spPr>
          <a:xfrm>
            <a:off x="4019550" y="7154838"/>
            <a:ext cx="23812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3943350" y="6758657"/>
            <a:ext cx="245745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05926"/>
              </a:lnSpc>
              <a:buNone/>
            </a:pPr>
            <a:r>
              <a:rPr lang="en-US" sz="165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650" dirty="0"/>
          </a:p>
        </p:txBody>
      </p:sp>
      <p:sp>
        <p:nvSpPr>
          <p:cNvPr id="51" name="Shape 48"/>
          <p:cNvSpPr/>
          <p:nvPr/>
        </p:nvSpPr>
        <p:spPr>
          <a:xfrm>
            <a:off x="6400800" y="7154838"/>
            <a:ext cx="23812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6324600" y="6758657"/>
            <a:ext cx="245745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05926"/>
              </a:lnSpc>
              <a:buNone/>
            </a:pPr>
            <a:r>
              <a:rPr lang="en-US" sz="16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2 / 0</a:t>
            </a:r>
            <a:endParaRPr lang="en-US" sz="1650" dirty="0"/>
          </a:p>
        </p:txBody>
      </p:sp>
      <p:sp>
        <p:nvSpPr>
          <p:cNvPr id="53" name="Shape 50"/>
          <p:cNvSpPr/>
          <p:nvPr/>
        </p:nvSpPr>
        <p:spPr>
          <a:xfrm>
            <a:off x="8782050" y="7154838"/>
            <a:ext cx="23812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8705850" y="6758657"/>
            <a:ext cx="245745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05926"/>
              </a:lnSpc>
              <a:buNone/>
            </a:pPr>
            <a:r>
              <a:rPr lang="en-US" sz="16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 h</a:t>
            </a:r>
            <a:endParaRPr lang="en-US" sz="1650" dirty="0"/>
          </a:p>
        </p:txBody>
      </p:sp>
      <p:sp>
        <p:nvSpPr>
          <p:cNvPr id="55" name="Shape 52"/>
          <p:cNvSpPr/>
          <p:nvPr/>
        </p:nvSpPr>
        <p:spPr>
          <a:xfrm>
            <a:off x="685800" y="7684368"/>
            <a:ext cx="33337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685800" y="7288188"/>
            <a:ext cx="3433763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</a:t>
            </a:r>
            <a:endParaRPr lang="en-US" sz="1650" dirty="0"/>
          </a:p>
        </p:txBody>
      </p:sp>
      <p:sp>
        <p:nvSpPr>
          <p:cNvPr id="57" name="Shape 54"/>
          <p:cNvSpPr/>
          <p:nvPr/>
        </p:nvSpPr>
        <p:spPr>
          <a:xfrm>
            <a:off x="4019550" y="7684368"/>
            <a:ext cx="23812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3943350" y="7288188"/>
            <a:ext cx="245745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05926"/>
              </a:lnSpc>
              <a:buNone/>
            </a:pPr>
            <a:r>
              <a:rPr lang="en-US" sz="165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650" dirty="0"/>
          </a:p>
        </p:txBody>
      </p:sp>
      <p:sp>
        <p:nvSpPr>
          <p:cNvPr id="59" name="Shape 56"/>
          <p:cNvSpPr/>
          <p:nvPr/>
        </p:nvSpPr>
        <p:spPr>
          <a:xfrm>
            <a:off x="6400800" y="7684368"/>
            <a:ext cx="23812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6324600" y="7288188"/>
            <a:ext cx="245745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05926"/>
              </a:lnSpc>
              <a:buNone/>
            </a:pPr>
            <a:r>
              <a:rPr lang="en-US" sz="16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2 / 0</a:t>
            </a:r>
            <a:endParaRPr lang="en-US" sz="1650" dirty="0"/>
          </a:p>
        </p:txBody>
      </p:sp>
      <p:sp>
        <p:nvSpPr>
          <p:cNvPr id="61" name="Shape 58"/>
          <p:cNvSpPr/>
          <p:nvPr/>
        </p:nvSpPr>
        <p:spPr>
          <a:xfrm>
            <a:off x="8782050" y="7684368"/>
            <a:ext cx="23812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8705850" y="7288188"/>
            <a:ext cx="245745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05926"/>
              </a:lnSpc>
              <a:buNone/>
            </a:pPr>
            <a:r>
              <a:rPr lang="en-US" sz="16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 h</a:t>
            </a:r>
            <a:endParaRPr lang="en-US" sz="1650" dirty="0"/>
          </a:p>
        </p:txBody>
      </p:sp>
      <p:sp>
        <p:nvSpPr>
          <p:cNvPr id="63" name="Shape 60"/>
          <p:cNvSpPr/>
          <p:nvPr/>
        </p:nvSpPr>
        <p:spPr>
          <a:xfrm>
            <a:off x="685800" y="8213899"/>
            <a:ext cx="3333750" cy="19050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685800" y="7817718"/>
            <a:ext cx="3433763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</a:t>
            </a:r>
            <a:endParaRPr lang="en-US" sz="1650" dirty="0"/>
          </a:p>
        </p:txBody>
      </p:sp>
      <p:sp>
        <p:nvSpPr>
          <p:cNvPr id="65" name="Shape 62"/>
          <p:cNvSpPr/>
          <p:nvPr/>
        </p:nvSpPr>
        <p:spPr>
          <a:xfrm>
            <a:off x="4019550" y="8213899"/>
            <a:ext cx="2381250" cy="19050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3943350" y="7817718"/>
            <a:ext cx="245745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05926"/>
              </a:lnSpc>
              <a:buNone/>
            </a:pPr>
            <a:r>
              <a:rPr lang="en-US" sz="165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50" dirty="0"/>
          </a:p>
        </p:txBody>
      </p:sp>
      <p:sp>
        <p:nvSpPr>
          <p:cNvPr id="67" name="Shape 64"/>
          <p:cNvSpPr/>
          <p:nvPr/>
        </p:nvSpPr>
        <p:spPr>
          <a:xfrm>
            <a:off x="6400800" y="8213899"/>
            <a:ext cx="2381250" cy="19050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5"/>
          <p:cNvSpPr/>
          <p:nvPr/>
        </p:nvSpPr>
        <p:spPr>
          <a:xfrm>
            <a:off x="6324600" y="7817718"/>
            <a:ext cx="245745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05926"/>
              </a:lnSpc>
              <a:buNone/>
            </a:pPr>
            <a:r>
              <a:rPr lang="en-US" sz="16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 / 1</a:t>
            </a:r>
            <a:endParaRPr lang="en-US" sz="1650" dirty="0"/>
          </a:p>
        </p:txBody>
      </p:sp>
      <p:sp>
        <p:nvSpPr>
          <p:cNvPr id="69" name="Shape 66"/>
          <p:cNvSpPr/>
          <p:nvPr/>
        </p:nvSpPr>
        <p:spPr>
          <a:xfrm>
            <a:off x="8782050" y="8213899"/>
            <a:ext cx="2381250" cy="19050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8705850" y="7817718"/>
            <a:ext cx="245745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05926"/>
              </a:lnSpc>
              <a:buNone/>
            </a:pPr>
            <a:r>
              <a:rPr lang="en-US" sz="16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 h</a:t>
            </a:r>
            <a:endParaRPr lang="en-US" sz="1650" dirty="0"/>
          </a:p>
        </p:txBody>
      </p:sp>
      <p:sp>
        <p:nvSpPr>
          <p:cNvPr id="71" name="Text 68"/>
          <p:cNvSpPr/>
          <p:nvPr/>
        </p:nvSpPr>
        <p:spPr>
          <a:xfrm>
            <a:off x="685800" y="8366299"/>
            <a:ext cx="3433763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</a:t>
            </a:r>
            <a:endParaRPr lang="en-US" sz="1650" dirty="0"/>
          </a:p>
        </p:txBody>
      </p:sp>
      <p:sp>
        <p:nvSpPr>
          <p:cNvPr id="72" name="Text 69"/>
          <p:cNvSpPr/>
          <p:nvPr/>
        </p:nvSpPr>
        <p:spPr>
          <a:xfrm>
            <a:off x="3943350" y="8366299"/>
            <a:ext cx="245745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05926"/>
              </a:lnSpc>
              <a:buNone/>
            </a:pPr>
            <a:r>
              <a:rPr lang="en-US" sz="16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</a:t>
            </a:r>
            <a:endParaRPr lang="en-US" sz="1650" dirty="0"/>
          </a:p>
        </p:txBody>
      </p:sp>
      <p:sp>
        <p:nvSpPr>
          <p:cNvPr id="73" name="Text 70"/>
          <p:cNvSpPr/>
          <p:nvPr/>
        </p:nvSpPr>
        <p:spPr>
          <a:xfrm>
            <a:off x="6324600" y="8366299"/>
            <a:ext cx="245745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05926"/>
              </a:lnSpc>
              <a:buNone/>
            </a:pPr>
            <a:r>
              <a:rPr lang="en-US" sz="16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candidates</a:t>
            </a:r>
            <a:endParaRPr lang="en-US" sz="1650" dirty="0"/>
          </a:p>
        </p:txBody>
      </p:sp>
      <p:sp>
        <p:nvSpPr>
          <p:cNvPr id="74" name="Text 71"/>
          <p:cNvSpPr/>
          <p:nvPr/>
        </p:nvSpPr>
        <p:spPr>
          <a:xfrm>
            <a:off x="8705850" y="8366299"/>
            <a:ext cx="245745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05926"/>
              </a:lnSpc>
              <a:buNone/>
            </a:pPr>
            <a:r>
              <a:rPr lang="en-US" sz="1650" b="1" dirty="0">
                <a:solidFill>
                  <a:srgbClr val="124F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~1,135 h</a:t>
            </a:r>
            <a:endParaRPr lang="en-US" sz="1650" dirty="0"/>
          </a:p>
        </p:txBody>
      </p:sp>
      <p:sp>
        <p:nvSpPr>
          <p:cNvPr id="75" name="Text 72"/>
          <p:cNvSpPr/>
          <p:nvPr/>
        </p:nvSpPr>
        <p:spPr>
          <a:xfrm>
            <a:off x="12001500" y="4305300"/>
            <a:ext cx="616077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175"/>
              </a:lnSpc>
              <a:buNone/>
            </a:pPr>
            <a:r>
              <a:rPr lang="en-US" sz="19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level interviewed</a:t>
            </a:r>
            <a:endParaRPr lang="en-US" sz="1950" dirty="0"/>
          </a:p>
        </p:txBody>
      </p:sp>
      <p:sp>
        <p:nvSpPr>
          <p:cNvPr id="76" name="Text 73"/>
          <p:cNvSpPr/>
          <p:nvPr/>
        </p:nvSpPr>
        <p:spPr>
          <a:xfrm>
            <a:off x="12001500" y="4710113"/>
            <a:ext cx="61607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67"/>
              </a:lnSpc>
              <a:buNone/>
            </a:pPr>
            <a:r>
              <a:rPr lang="en-US" sz="15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leadership to the shop floor, including IT.</a:t>
            </a:r>
            <a:endParaRPr lang="en-US" sz="1500" dirty="0"/>
          </a:p>
        </p:txBody>
      </p:sp>
      <p:sp>
        <p:nvSpPr>
          <p:cNvPr id="77" name="Text 74"/>
          <p:cNvSpPr/>
          <p:nvPr/>
        </p:nvSpPr>
        <p:spPr>
          <a:xfrm>
            <a:off x="12001500" y="5481638"/>
            <a:ext cx="616077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175"/>
              </a:lnSpc>
              <a:buNone/>
            </a:pPr>
            <a:r>
              <a:rPr lang="en-US" sz="19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case per line</a:t>
            </a:r>
            <a:endParaRPr lang="en-US" sz="1950" dirty="0"/>
          </a:p>
        </p:txBody>
      </p:sp>
      <p:sp>
        <p:nvSpPr>
          <p:cNvPr id="78" name="Text 75"/>
          <p:cNvSpPr/>
          <p:nvPr/>
        </p:nvSpPr>
        <p:spPr>
          <a:xfrm>
            <a:off x="12001500" y="5886450"/>
            <a:ext cx="61607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67"/>
              </a:lnSpc>
              <a:buNone/>
            </a:pPr>
            <a:r>
              <a:rPr lang="en-US" sz="15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Benefit, effort, risk and payback — commercial, not technical.</a:t>
            </a:r>
            <a:endParaRPr lang="en-US" sz="1500" dirty="0"/>
          </a:p>
        </p:txBody>
      </p:sp>
      <p:sp>
        <p:nvSpPr>
          <p:cNvPr id="79" name="Text 76"/>
          <p:cNvSpPr/>
          <p:nvPr/>
        </p:nvSpPr>
        <p:spPr>
          <a:xfrm>
            <a:off x="12001500" y="6657975"/>
            <a:ext cx="616077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175"/>
              </a:lnSpc>
              <a:buNone/>
            </a:pPr>
            <a:r>
              <a:rPr lang="en-US" sz="19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prioritise</a:t>
            </a:r>
            <a:endParaRPr lang="en-US" sz="1950" dirty="0"/>
          </a:p>
        </p:txBody>
      </p:sp>
      <p:sp>
        <p:nvSpPr>
          <p:cNvPr id="80" name="Text 77"/>
          <p:cNvSpPr/>
          <p:nvPr/>
        </p:nvSpPr>
        <p:spPr>
          <a:xfrm>
            <a:off x="12001500" y="7062788"/>
            <a:ext cx="616077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67"/>
              </a:lnSpc>
              <a:buNone/>
            </a:pPr>
            <a:r>
              <a:rPr lang="en-US" sz="15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Management decides the order.</a:t>
            </a:r>
            <a:endParaRPr lang="en-US" sz="1500" dirty="0"/>
          </a:p>
        </p:txBody>
      </p:sp>
      <p:sp>
        <p:nvSpPr>
          <p:cNvPr id="81" name="Shape 78"/>
          <p:cNvSpPr/>
          <p:nvPr/>
        </p:nvSpPr>
        <p:spPr>
          <a:xfrm>
            <a:off x="12001500" y="7624762"/>
            <a:ext cx="5600700" cy="708124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79"/>
          <p:cNvSpPr/>
          <p:nvPr/>
        </p:nvSpPr>
        <p:spPr>
          <a:xfrm>
            <a:off x="12258675" y="7843838"/>
            <a:ext cx="5254371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57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Filled with your numbers, not estimated.</a:t>
            </a:r>
            <a:endParaRPr lang="en-US" sz="1575" dirty="0"/>
          </a:p>
        </p:txBody>
      </p:sp>
      <p:sp>
        <p:nvSpPr>
          <p:cNvPr id="83" name="Text 80"/>
          <p:cNvSpPr/>
          <p:nvPr/>
        </p:nvSpPr>
        <p:spPr>
          <a:xfrm>
            <a:off x="685800" y="9525000"/>
            <a:ext cx="671272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SOLUTIONS GROUP · BOREKSOLUTIONS.DE</a:t>
            </a:r>
            <a:endParaRPr lang="en-US" sz="1125" dirty="0"/>
          </a:p>
        </p:txBody>
      </p:sp>
      <p:sp>
        <p:nvSpPr>
          <p:cNvPr id="84" name="Text 81"/>
          <p:cNvSpPr/>
          <p:nvPr/>
        </p:nvSpPr>
        <p:spPr>
          <a:xfrm>
            <a:off x="16976006" y="9525000"/>
            <a:ext cx="70239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26</a:t>
            </a:r>
            <a:endParaRPr lang="en-US" sz="11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5200" y="1019175"/>
            <a:ext cx="2667000" cy="6236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133475"/>
            <a:ext cx="196248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63" dirty="0">
                <a:solidFill>
                  <a:srgbClr val="124F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DECISION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685800" y="1428750"/>
            <a:ext cx="12753975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034"/>
              </a:lnSpc>
              <a:buNone/>
            </a:pPr>
            <a:r>
              <a:rPr lang="en-US" sz="4500" kern="0" spc="-9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decide how fast your company becomes autonomous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685800" y="2857500"/>
            <a:ext cx="13735050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07"/>
              </a:lnSpc>
              <a:buNone/>
            </a:pPr>
            <a:r>
              <a:rPr lang="en-US" sz="17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 automations found are not fate but arithmetic: team size times time. You choose the lever — we show what each option costs and when it is done.</a:t>
            </a:r>
            <a:endParaRPr lang="en-US" sz="1725" dirty="0"/>
          </a:p>
        </p:txBody>
      </p:sp>
      <p:sp>
        <p:nvSpPr>
          <p:cNvPr id="6" name="Text 3"/>
          <p:cNvSpPr/>
          <p:nvPr/>
        </p:nvSpPr>
        <p:spPr>
          <a:xfrm>
            <a:off x="685800" y="4000500"/>
            <a:ext cx="39814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188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BACKLOG · EXAMPLE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685800" y="4362450"/>
            <a:ext cx="398145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569"/>
              </a:lnSpc>
              <a:buNone/>
            </a:pPr>
            <a:r>
              <a:rPr lang="en-US" sz="13500" b="1" kern="0" spc="-60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</a:t>
            </a:r>
            <a:endParaRPr lang="en-US" sz="13500" dirty="0"/>
          </a:p>
        </p:txBody>
      </p:sp>
      <p:sp>
        <p:nvSpPr>
          <p:cNvPr id="8" name="Text 5"/>
          <p:cNvSpPr/>
          <p:nvPr/>
        </p:nvSpPr>
        <p:spPr>
          <a:xfrm>
            <a:off x="685800" y="6210300"/>
            <a:ext cx="3981450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74"/>
              </a:lnSpc>
              <a:buNone/>
            </a:pPr>
            <a:r>
              <a:rPr lang="en-US" sz="16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automations in the backlog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5334000" y="4000500"/>
            <a:ext cx="134950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188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TO A FULLY AUTOMATED BACKLOG · ILLUSTRATIVE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5334000" y="4495800"/>
            <a:ext cx="29337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S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5334000" y="4857750"/>
            <a:ext cx="2933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Junior + PM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8229600" y="4519613"/>
            <a:ext cx="7524750" cy="533400"/>
          </a:xfrm>
          <a:prstGeom prst="rect">
            <a:avLst/>
          </a:prstGeom>
          <a:solidFill>
            <a:srgbClr val="F3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8229600" y="4519613"/>
            <a:ext cx="7524750" cy="533400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5982950" y="4614863"/>
            <a:ext cx="17811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~18 months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5334000" y="5400675"/>
            <a:ext cx="29337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5334000" y="5762625"/>
            <a:ext cx="29337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Mid + 2 Junior + PM</a:t>
            </a:r>
            <a:endParaRPr lang="en-US" sz="1425" dirty="0"/>
          </a:p>
        </p:txBody>
      </p:sp>
      <p:sp>
        <p:nvSpPr>
          <p:cNvPr id="17" name="Shape 14"/>
          <p:cNvSpPr/>
          <p:nvPr/>
        </p:nvSpPr>
        <p:spPr>
          <a:xfrm>
            <a:off x="8229600" y="5424488"/>
            <a:ext cx="7524750" cy="533400"/>
          </a:xfrm>
          <a:prstGeom prst="rect">
            <a:avLst/>
          </a:prstGeom>
          <a:solidFill>
            <a:srgbClr val="F3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229600" y="5424488"/>
            <a:ext cx="5019005" cy="533400"/>
          </a:xfrm>
          <a:prstGeom prst="rect">
            <a:avLst/>
          </a:prstGeom>
          <a:solidFill>
            <a:srgbClr val="124F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5982950" y="5519738"/>
            <a:ext cx="17811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~12 months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5334000" y="6305550"/>
            <a:ext cx="29337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L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5334000" y="6667500"/>
            <a:ext cx="274701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Senior + 1 Mid + 2 Junior + PM</a:t>
            </a:r>
            <a:endParaRPr lang="en-US" sz="1425" dirty="0"/>
          </a:p>
        </p:txBody>
      </p:sp>
      <p:sp>
        <p:nvSpPr>
          <p:cNvPr id="22" name="Shape 19"/>
          <p:cNvSpPr/>
          <p:nvPr/>
        </p:nvSpPr>
        <p:spPr>
          <a:xfrm>
            <a:off x="8229600" y="6438900"/>
            <a:ext cx="7524750" cy="533400"/>
          </a:xfrm>
          <a:prstGeom prst="rect">
            <a:avLst/>
          </a:prstGeom>
          <a:solidFill>
            <a:srgbClr val="F3F4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8229600" y="6438900"/>
            <a:ext cx="3762375" cy="533400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5982950" y="6534150"/>
            <a:ext cx="17811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~9 months</a:t>
            </a:r>
            <a:endParaRPr lang="en-US" sz="2250" dirty="0"/>
          </a:p>
        </p:txBody>
      </p:sp>
      <p:sp>
        <p:nvSpPr>
          <p:cNvPr id="25" name="Text 22"/>
          <p:cNvSpPr/>
          <p:nvPr/>
        </p:nvSpPr>
        <p:spPr>
          <a:xfrm>
            <a:off x="685800" y="8286750"/>
            <a:ext cx="16764000" cy="34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backlog, three speeds: more experts means autonomous sooner, fewer experts means longer — and correspondingly lower cost per month.</a:t>
            </a:r>
            <a:endParaRPr lang="en-US" sz="1725" dirty="0"/>
          </a:p>
        </p:txBody>
      </p:sp>
      <p:sp>
        <p:nvSpPr>
          <p:cNvPr id="26" name="Text 23"/>
          <p:cNvSpPr/>
          <p:nvPr/>
        </p:nvSpPr>
        <p:spPr>
          <a:xfrm>
            <a:off x="685800" y="9525000"/>
            <a:ext cx="671272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SOLUTIONS GROUP · BOREKSOLUTIONS.DE · CONFIDENTIAL</a:t>
            </a:r>
            <a:endParaRPr lang="en-US" sz="1125" dirty="0"/>
          </a:p>
        </p:txBody>
      </p:sp>
      <p:sp>
        <p:nvSpPr>
          <p:cNvPr id="27" name="Text 24"/>
          <p:cNvSpPr/>
          <p:nvPr/>
        </p:nvSpPr>
        <p:spPr>
          <a:xfrm>
            <a:off x="16974889" y="9525000"/>
            <a:ext cx="70351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26</a:t>
            </a:r>
            <a:endParaRPr lang="en-US" sz="11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5200" y="1019175"/>
            <a:ext cx="2667000" cy="6236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133475"/>
            <a:ext cx="75031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63" dirty="0">
                <a:solidFill>
                  <a:srgbClr val="124F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685800" y="1428750"/>
            <a:ext cx="12753975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034"/>
              </a:lnSpc>
              <a:buNone/>
            </a:pPr>
            <a:r>
              <a:rPr lang="en-US" sz="4500" kern="0" spc="-9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AI experts in Kosovo turn plans into running automations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685800" y="2857500"/>
            <a:ext cx="14716125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07"/>
              </a:lnSpc>
              <a:buNone/>
            </a:pPr>
            <a:r>
              <a:rPr lang="en-US" sz="17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Specifications flow from the cockpit — or from your own backlog — to our nearshore team. AI-assisted experts turn them into a working automation, align it with your IT and put it live on your go / no-go.</a:t>
            </a:r>
            <a:endParaRPr lang="en-US" sz="1725" dirty="0"/>
          </a:p>
        </p:txBody>
      </p:sp>
      <p:sp>
        <p:nvSpPr>
          <p:cNvPr id="6" name="Shape 3"/>
          <p:cNvSpPr/>
          <p:nvPr/>
        </p:nvSpPr>
        <p:spPr>
          <a:xfrm>
            <a:off x="685800" y="4105275"/>
            <a:ext cx="3230835" cy="871538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23087" y="4391025"/>
            <a:ext cx="275626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Specification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4107135" y="4095750"/>
            <a:ext cx="3230910" cy="890588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353947" y="4391025"/>
            <a:ext cx="273728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</a:t>
            </a:r>
            <a:endParaRPr lang="en-US" sz="1950" dirty="0"/>
          </a:p>
        </p:txBody>
      </p:sp>
      <p:sp>
        <p:nvSpPr>
          <p:cNvPr id="10" name="Shape 7"/>
          <p:cNvSpPr/>
          <p:nvPr/>
        </p:nvSpPr>
        <p:spPr>
          <a:xfrm>
            <a:off x="7528545" y="4095750"/>
            <a:ext cx="3230835" cy="890588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775358" y="4391025"/>
            <a:ext cx="273721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sign-off</a:t>
            </a:r>
            <a:endParaRPr lang="en-US" sz="1950" dirty="0"/>
          </a:p>
        </p:txBody>
      </p:sp>
      <p:sp>
        <p:nvSpPr>
          <p:cNvPr id="12" name="Shape 9"/>
          <p:cNvSpPr/>
          <p:nvPr/>
        </p:nvSpPr>
        <p:spPr>
          <a:xfrm>
            <a:off x="10949880" y="4095750"/>
            <a:ext cx="3230910" cy="890588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1196692" y="4391025"/>
            <a:ext cx="273728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Go-live</a:t>
            </a:r>
            <a:endParaRPr lang="en-US" sz="1950" dirty="0"/>
          </a:p>
        </p:txBody>
      </p:sp>
      <p:sp>
        <p:nvSpPr>
          <p:cNvPr id="14" name="Shape 11"/>
          <p:cNvSpPr/>
          <p:nvPr/>
        </p:nvSpPr>
        <p:spPr>
          <a:xfrm>
            <a:off x="14371290" y="4095750"/>
            <a:ext cx="3230910" cy="890588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4618102" y="4391025"/>
            <a:ext cx="273728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Operate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685800" y="6000750"/>
            <a:ext cx="441626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443"/>
              </a:lnSpc>
              <a:buNone/>
            </a:pPr>
            <a:r>
              <a:rPr lang="en-US" sz="4050" b="1" kern="0" spc="-15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~4 weeks</a:t>
            </a:r>
            <a:endParaRPr lang="en-US" sz="4050" dirty="0"/>
          </a:p>
        </p:txBody>
      </p:sp>
      <p:sp>
        <p:nvSpPr>
          <p:cNvPr id="17" name="Text 14"/>
          <p:cNvSpPr/>
          <p:nvPr/>
        </p:nvSpPr>
        <p:spPr>
          <a:xfrm>
            <a:off x="685800" y="6648450"/>
            <a:ext cx="441626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67"/>
              </a:lnSpc>
              <a:buNone/>
            </a:pPr>
            <a:r>
              <a:rPr lang="en-US" sz="15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automation and expert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986338" y="6000750"/>
            <a:ext cx="441626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443"/>
              </a:lnSpc>
              <a:buNone/>
            </a:pPr>
            <a:r>
              <a:rPr lang="en-US" sz="4050" b="1" kern="0" spc="-15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AI-assisted</a:t>
            </a:r>
            <a:endParaRPr lang="en-US" sz="4050" dirty="0"/>
          </a:p>
        </p:txBody>
      </p:sp>
      <p:sp>
        <p:nvSpPr>
          <p:cNvPr id="19" name="Text 16"/>
          <p:cNvSpPr/>
          <p:nvPr/>
        </p:nvSpPr>
        <p:spPr>
          <a:xfrm>
            <a:off x="4986338" y="6648450"/>
            <a:ext cx="441626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67"/>
              </a:lnSpc>
              <a:buNone/>
            </a:pPr>
            <a:r>
              <a:rPr lang="en-US" sz="15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experts, amplified by our tooling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286875" y="6000750"/>
            <a:ext cx="441626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443"/>
              </a:lnSpc>
              <a:buNone/>
            </a:pPr>
            <a:r>
              <a:rPr lang="en-US" sz="4050" b="1" kern="0" spc="-15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 nearshore</a:t>
            </a:r>
            <a:endParaRPr lang="en-US" sz="4050" dirty="0"/>
          </a:p>
        </p:txBody>
      </p:sp>
      <p:sp>
        <p:nvSpPr>
          <p:cNvPr id="21" name="Text 18"/>
          <p:cNvSpPr/>
          <p:nvPr/>
        </p:nvSpPr>
        <p:spPr>
          <a:xfrm>
            <a:off x="9286875" y="6648450"/>
            <a:ext cx="441626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67"/>
              </a:lnSpc>
              <a:buNone/>
            </a:pPr>
            <a:r>
              <a:rPr lang="en-US" sz="15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direct flights, same time zone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3587413" y="6000750"/>
            <a:ext cx="4416266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443"/>
              </a:lnSpc>
              <a:buNone/>
            </a:pPr>
            <a:r>
              <a:rPr lang="en-US" sz="4050" b="1" kern="0" spc="-15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White-label</a:t>
            </a:r>
            <a:endParaRPr lang="en-US" sz="4050" dirty="0"/>
          </a:p>
        </p:txBody>
      </p:sp>
      <p:sp>
        <p:nvSpPr>
          <p:cNvPr id="23" name="Text 20"/>
          <p:cNvSpPr/>
          <p:nvPr/>
        </p:nvSpPr>
        <p:spPr>
          <a:xfrm>
            <a:off x="13587413" y="6648450"/>
            <a:ext cx="4416266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67"/>
              </a:lnSpc>
              <a:buNone/>
            </a:pPr>
            <a:r>
              <a:rPr lang="en-US" sz="15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run as your own tower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85800" y="8191500"/>
            <a:ext cx="16764000" cy="34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standard team of two developers plus PM delivers around one Tier-1 solution per quarter — Tier 2 and Tier 3 run in longer cycles.</a:t>
            </a:r>
            <a:endParaRPr lang="en-US" sz="1725" dirty="0"/>
          </a:p>
        </p:txBody>
      </p:sp>
      <p:sp>
        <p:nvSpPr>
          <p:cNvPr id="25" name="Text 22"/>
          <p:cNvSpPr/>
          <p:nvPr/>
        </p:nvSpPr>
        <p:spPr>
          <a:xfrm>
            <a:off x="685800" y="9525000"/>
            <a:ext cx="671272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SOLUTIONS GROUP · BOREKSOLUTIONS.DE </a:t>
            </a:r>
            <a:endParaRPr lang="en-US" sz="1125" dirty="0"/>
          </a:p>
        </p:txBody>
      </p:sp>
      <p:sp>
        <p:nvSpPr>
          <p:cNvPr id="26" name="Text 23"/>
          <p:cNvSpPr/>
          <p:nvPr/>
        </p:nvSpPr>
        <p:spPr>
          <a:xfrm>
            <a:off x="16970797" y="9525000"/>
            <a:ext cx="70760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26</a:t>
            </a:r>
            <a:endParaRPr lang="en-US" sz="11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5200" y="1019175"/>
            <a:ext cx="2667000" cy="6236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133475"/>
            <a:ext cx="109433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63" dirty="0">
                <a:solidFill>
                  <a:srgbClr val="124F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OPERATE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685800" y="1428750"/>
            <a:ext cx="16344900" cy="666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034"/>
              </a:lnSpc>
              <a:buNone/>
            </a:pPr>
            <a:r>
              <a:rPr lang="en-US" sz="4500" kern="0" spc="-9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cockpit: what runs, what it saves, what comes next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685800" y="2667000"/>
            <a:ext cx="16916400" cy="6096000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066800" y="2990850"/>
            <a:ext cx="386783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AI SUITE — STEERING COCKPIT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306374" y="2990850"/>
            <a:ext cx="540630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BACKLOG · AUTOMATION MAP · COVERAGE · ROLLOUT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66800" y="3462338"/>
            <a:ext cx="3867150" cy="125730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323975" y="3681413"/>
            <a:ext cx="368808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443"/>
              </a:lnSpc>
              <a:buNone/>
            </a:pPr>
            <a:r>
              <a:rPr lang="en-US" sz="4050" b="1" kern="0" spc="-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58 %</a:t>
            </a:r>
            <a:endParaRPr lang="en-US" sz="4050" dirty="0"/>
          </a:p>
        </p:txBody>
      </p:sp>
      <p:sp>
        <p:nvSpPr>
          <p:cNvPr id="10" name="Text 7"/>
          <p:cNvSpPr/>
          <p:nvPr/>
        </p:nvSpPr>
        <p:spPr>
          <a:xfrm>
            <a:off x="1323975" y="4291013"/>
            <a:ext cx="368808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C9CE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 level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162550" y="3462338"/>
            <a:ext cx="3867150" cy="125730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19725" y="3681413"/>
            <a:ext cx="368808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443"/>
              </a:lnSpc>
              <a:buNone/>
            </a:pPr>
            <a:r>
              <a:rPr lang="en-US" sz="4050" b="1" kern="0" spc="-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4050" dirty="0"/>
          </a:p>
        </p:txBody>
      </p:sp>
      <p:sp>
        <p:nvSpPr>
          <p:cNvPr id="13" name="Text 10"/>
          <p:cNvSpPr/>
          <p:nvPr/>
        </p:nvSpPr>
        <p:spPr>
          <a:xfrm>
            <a:off x="5419725" y="4291013"/>
            <a:ext cx="368808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C9CE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Automations live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9258300" y="3462338"/>
            <a:ext cx="3867150" cy="125730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515475" y="3681413"/>
            <a:ext cx="368808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443"/>
              </a:lnSpc>
              <a:buNone/>
            </a:pPr>
            <a:r>
              <a:rPr lang="en-US" sz="4050" b="1" kern="0" spc="-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~1,240 h</a:t>
            </a:r>
            <a:endParaRPr lang="en-US" sz="4050" dirty="0"/>
          </a:p>
        </p:txBody>
      </p:sp>
      <p:sp>
        <p:nvSpPr>
          <p:cNvPr id="16" name="Text 13"/>
          <p:cNvSpPr/>
          <p:nvPr/>
        </p:nvSpPr>
        <p:spPr>
          <a:xfrm>
            <a:off x="9515475" y="4291013"/>
            <a:ext cx="368808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C9CE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saved / month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13354050" y="3462338"/>
            <a:ext cx="3867150" cy="125730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3611225" y="3681413"/>
            <a:ext cx="368808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443"/>
              </a:lnSpc>
              <a:buNone/>
            </a:pPr>
            <a:r>
              <a:rPr lang="en-US" sz="4050" b="1" kern="0" spc="-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€ 55 k</a:t>
            </a:r>
            <a:endParaRPr lang="en-US" sz="4050" dirty="0"/>
          </a:p>
        </p:txBody>
      </p:sp>
      <p:sp>
        <p:nvSpPr>
          <p:cNvPr id="19" name="Text 16"/>
          <p:cNvSpPr/>
          <p:nvPr/>
        </p:nvSpPr>
        <p:spPr>
          <a:xfrm>
            <a:off x="13611225" y="4291013"/>
            <a:ext cx="368808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C9CE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 / month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066800" y="5043488"/>
            <a:ext cx="980685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 LEVEL PER DEPARTMENT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066800" y="5376863"/>
            <a:ext cx="20955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service</a:t>
            </a:r>
            <a:endParaRPr lang="en-US" sz="1425" dirty="0"/>
          </a:p>
        </p:txBody>
      </p:sp>
      <p:sp>
        <p:nvSpPr>
          <p:cNvPr id="22" name="Shape 19"/>
          <p:cNvSpPr/>
          <p:nvPr/>
        </p:nvSpPr>
        <p:spPr>
          <a:xfrm>
            <a:off x="3143250" y="5400675"/>
            <a:ext cx="6000676" cy="17145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143250" y="5400675"/>
            <a:ext cx="4320480" cy="171450"/>
          </a:xfrm>
          <a:prstGeom prst="rect">
            <a:avLst/>
          </a:prstGeom>
          <a:solidFill>
            <a:srgbClr val="8FD8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239176" y="5376863"/>
            <a:ext cx="7429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72 %</a:t>
            </a:r>
            <a:endParaRPr lang="en-US" sz="1425" dirty="0"/>
          </a:p>
        </p:txBody>
      </p:sp>
      <p:sp>
        <p:nvSpPr>
          <p:cNvPr id="25" name="Text 22"/>
          <p:cNvSpPr/>
          <p:nvPr/>
        </p:nvSpPr>
        <p:spPr>
          <a:xfrm>
            <a:off x="1066800" y="5729288"/>
            <a:ext cx="20955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</a:t>
            </a:r>
            <a:endParaRPr lang="en-US" sz="1425" dirty="0"/>
          </a:p>
        </p:txBody>
      </p:sp>
      <p:sp>
        <p:nvSpPr>
          <p:cNvPr id="26" name="Shape 23"/>
          <p:cNvSpPr/>
          <p:nvPr/>
        </p:nvSpPr>
        <p:spPr>
          <a:xfrm>
            <a:off x="3143250" y="5753100"/>
            <a:ext cx="6000676" cy="17145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3143250" y="5753100"/>
            <a:ext cx="3840361" cy="171450"/>
          </a:xfrm>
          <a:prstGeom prst="rect">
            <a:avLst/>
          </a:prstGeom>
          <a:solidFill>
            <a:srgbClr val="8FD8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9239176" y="5729288"/>
            <a:ext cx="7429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64 %</a:t>
            </a:r>
            <a:endParaRPr lang="en-US" sz="1425" dirty="0"/>
          </a:p>
        </p:txBody>
      </p:sp>
      <p:sp>
        <p:nvSpPr>
          <p:cNvPr id="29" name="Text 26"/>
          <p:cNvSpPr/>
          <p:nvPr/>
        </p:nvSpPr>
        <p:spPr>
          <a:xfrm>
            <a:off x="1066800" y="6081713"/>
            <a:ext cx="20955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Logistics</a:t>
            </a:r>
            <a:endParaRPr lang="en-US" sz="1425" dirty="0"/>
          </a:p>
        </p:txBody>
      </p:sp>
      <p:sp>
        <p:nvSpPr>
          <p:cNvPr id="30" name="Shape 27"/>
          <p:cNvSpPr/>
          <p:nvPr/>
        </p:nvSpPr>
        <p:spPr>
          <a:xfrm>
            <a:off x="3143250" y="6105525"/>
            <a:ext cx="6000676" cy="17145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3143250" y="6105525"/>
            <a:ext cx="3480346" cy="171450"/>
          </a:xfrm>
          <a:prstGeom prst="rect">
            <a:avLst/>
          </a:prstGeom>
          <a:solidFill>
            <a:srgbClr val="8FD8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9239176" y="6081713"/>
            <a:ext cx="7429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58 %</a:t>
            </a:r>
            <a:endParaRPr lang="en-US" sz="1425" dirty="0"/>
          </a:p>
        </p:txBody>
      </p:sp>
      <p:sp>
        <p:nvSpPr>
          <p:cNvPr id="33" name="Text 30"/>
          <p:cNvSpPr/>
          <p:nvPr/>
        </p:nvSpPr>
        <p:spPr>
          <a:xfrm>
            <a:off x="1066800" y="6434138"/>
            <a:ext cx="20955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Purchasing</a:t>
            </a:r>
            <a:endParaRPr lang="en-US" sz="1425" dirty="0"/>
          </a:p>
        </p:txBody>
      </p:sp>
      <p:sp>
        <p:nvSpPr>
          <p:cNvPr id="34" name="Shape 31"/>
          <p:cNvSpPr/>
          <p:nvPr/>
        </p:nvSpPr>
        <p:spPr>
          <a:xfrm>
            <a:off x="3143250" y="6457950"/>
            <a:ext cx="6000676" cy="17145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3143250" y="6457950"/>
            <a:ext cx="2940323" cy="171450"/>
          </a:xfrm>
          <a:prstGeom prst="rect">
            <a:avLst/>
          </a:prstGeom>
          <a:solidFill>
            <a:srgbClr val="8FD8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9239176" y="6434138"/>
            <a:ext cx="7429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49 %</a:t>
            </a:r>
            <a:endParaRPr lang="en-US" sz="1425" dirty="0"/>
          </a:p>
        </p:txBody>
      </p:sp>
      <p:sp>
        <p:nvSpPr>
          <p:cNvPr id="37" name="Text 34"/>
          <p:cNvSpPr/>
          <p:nvPr/>
        </p:nvSpPr>
        <p:spPr>
          <a:xfrm>
            <a:off x="1066800" y="6786563"/>
            <a:ext cx="20955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</a:t>
            </a:r>
            <a:endParaRPr lang="en-US" sz="1425" dirty="0"/>
          </a:p>
        </p:txBody>
      </p:sp>
      <p:sp>
        <p:nvSpPr>
          <p:cNvPr id="38" name="Shape 35"/>
          <p:cNvSpPr/>
          <p:nvPr/>
        </p:nvSpPr>
        <p:spPr>
          <a:xfrm>
            <a:off x="3143250" y="6810375"/>
            <a:ext cx="6000676" cy="17145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3143250" y="6810375"/>
            <a:ext cx="2460203" cy="171450"/>
          </a:xfrm>
          <a:prstGeom prst="rect">
            <a:avLst/>
          </a:prstGeom>
          <a:solidFill>
            <a:srgbClr val="8FD8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9239176" y="6786563"/>
            <a:ext cx="7429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41 %</a:t>
            </a:r>
            <a:endParaRPr lang="en-US" sz="1425" dirty="0"/>
          </a:p>
        </p:txBody>
      </p:sp>
      <p:sp>
        <p:nvSpPr>
          <p:cNvPr id="41" name="Text 38"/>
          <p:cNvSpPr/>
          <p:nvPr/>
        </p:nvSpPr>
        <p:spPr>
          <a:xfrm>
            <a:off x="1066800" y="7138988"/>
            <a:ext cx="20955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</a:t>
            </a:r>
            <a:endParaRPr lang="en-US" sz="1425" dirty="0"/>
          </a:p>
        </p:txBody>
      </p:sp>
      <p:sp>
        <p:nvSpPr>
          <p:cNvPr id="42" name="Shape 39"/>
          <p:cNvSpPr/>
          <p:nvPr/>
        </p:nvSpPr>
        <p:spPr>
          <a:xfrm>
            <a:off x="3143250" y="7162800"/>
            <a:ext cx="6000676" cy="17145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3143250" y="7162800"/>
            <a:ext cx="1980158" cy="171450"/>
          </a:xfrm>
          <a:prstGeom prst="rect">
            <a:avLst/>
          </a:prstGeom>
          <a:solidFill>
            <a:srgbClr val="8FD8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9239176" y="7138988"/>
            <a:ext cx="7429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33 %</a:t>
            </a:r>
            <a:endParaRPr lang="en-US" sz="1425" dirty="0"/>
          </a:p>
        </p:txBody>
      </p:sp>
      <p:sp>
        <p:nvSpPr>
          <p:cNvPr id="45" name="Text 42"/>
          <p:cNvSpPr/>
          <p:nvPr/>
        </p:nvSpPr>
        <p:spPr>
          <a:xfrm>
            <a:off x="1066800" y="7491413"/>
            <a:ext cx="209550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</a:t>
            </a:r>
            <a:endParaRPr lang="en-US" sz="1425" dirty="0"/>
          </a:p>
        </p:txBody>
      </p:sp>
      <p:sp>
        <p:nvSpPr>
          <p:cNvPr id="46" name="Shape 43"/>
          <p:cNvSpPr/>
          <p:nvPr/>
        </p:nvSpPr>
        <p:spPr>
          <a:xfrm>
            <a:off x="3143250" y="7515225"/>
            <a:ext cx="6000676" cy="17145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4"/>
          <p:cNvSpPr/>
          <p:nvPr/>
        </p:nvSpPr>
        <p:spPr>
          <a:xfrm>
            <a:off x="3143250" y="7515225"/>
            <a:ext cx="1680121" cy="171450"/>
          </a:xfrm>
          <a:prstGeom prst="rect">
            <a:avLst/>
          </a:prstGeom>
          <a:solidFill>
            <a:srgbClr val="8FD8D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9239176" y="7491413"/>
            <a:ext cx="74295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28 %</a:t>
            </a:r>
            <a:endParaRPr lang="en-US" sz="1425" dirty="0"/>
          </a:p>
        </p:txBody>
      </p:sp>
      <p:sp>
        <p:nvSpPr>
          <p:cNvPr id="49" name="Text 46"/>
          <p:cNvSpPr/>
          <p:nvPr/>
        </p:nvSpPr>
        <p:spPr>
          <a:xfrm>
            <a:off x="10363126" y="5043488"/>
            <a:ext cx="754380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RUNNING AUTOMATIONS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10363126" y="5862638"/>
            <a:ext cx="685800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10363126" y="5510213"/>
            <a:ext cx="209942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Invoice check (3-way)</a:t>
            </a:r>
            <a:endParaRPr lang="en-US" sz="1425" dirty="0"/>
          </a:p>
        </p:txBody>
      </p:sp>
      <p:sp>
        <p:nvSpPr>
          <p:cNvPr id="52" name="Text 49"/>
          <p:cNvSpPr/>
          <p:nvPr/>
        </p:nvSpPr>
        <p:spPr>
          <a:xfrm>
            <a:off x="16546041" y="5510213"/>
            <a:ext cx="75128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</a:t>
            </a:r>
            <a:endParaRPr lang="en-US" sz="1425" dirty="0"/>
          </a:p>
        </p:txBody>
      </p:sp>
      <p:sp>
        <p:nvSpPr>
          <p:cNvPr id="53" name="Shape 50"/>
          <p:cNvSpPr/>
          <p:nvPr/>
        </p:nvSpPr>
        <p:spPr>
          <a:xfrm>
            <a:off x="10363126" y="6357938"/>
            <a:ext cx="685800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10363126" y="6005513"/>
            <a:ext cx="132106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Returns triage</a:t>
            </a:r>
            <a:endParaRPr lang="en-US" sz="1425" dirty="0"/>
          </a:p>
        </p:txBody>
      </p:sp>
      <p:sp>
        <p:nvSpPr>
          <p:cNvPr id="55" name="Text 52"/>
          <p:cNvSpPr/>
          <p:nvPr/>
        </p:nvSpPr>
        <p:spPr>
          <a:xfrm>
            <a:off x="15710892" y="6005513"/>
            <a:ext cx="166125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service</a:t>
            </a:r>
            <a:endParaRPr lang="en-US" sz="1425" dirty="0"/>
          </a:p>
        </p:txBody>
      </p:sp>
      <p:sp>
        <p:nvSpPr>
          <p:cNvPr id="56" name="Shape 53"/>
          <p:cNvSpPr/>
          <p:nvPr/>
        </p:nvSpPr>
        <p:spPr>
          <a:xfrm>
            <a:off x="10363126" y="6853238"/>
            <a:ext cx="685800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10363126" y="6500813"/>
            <a:ext cx="162916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Delivery-date bot</a:t>
            </a:r>
            <a:endParaRPr lang="en-US" sz="1425" dirty="0"/>
          </a:p>
        </p:txBody>
      </p:sp>
      <p:sp>
        <p:nvSpPr>
          <p:cNvPr id="58" name="Text 55"/>
          <p:cNvSpPr/>
          <p:nvPr/>
        </p:nvSpPr>
        <p:spPr>
          <a:xfrm>
            <a:off x="16457935" y="6500813"/>
            <a:ext cx="83939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Logistics</a:t>
            </a:r>
            <a:endParaRPr lang="en-US" sz="1425" dirty="0"/>
          </a:p>
        </p:txBody>
      </p:sp>
      <p:sp>
        <p:nvSpPr>
          <p:cNvPr id="59" name="Text 56"/>
          <p:cNvSpPr/>
          <p:nvPr/>
        </p:nvSpPr>
        <p:spPr>
          <a:xfrm>
            <a:off x="10363126" y="6996113"/>
            <a:ext cx="197083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package</a:t>
            </a:r>
            <a:endParaRPr lang="en-US" sz="1425" dirty="0"/>
          </a:p>
        </p:txBody>
      </p:sp>
      <p:sp>
        <p:nvSpPr>
          <p:cNvPr id="60" name="Text 57"/>
          <p:cNvSpPr/>
          <p:nvPr/>
        </p:nvSpPr>
        <p:spPr>
          <a:xfrm>
            <a:off x="16970127" y="6996113"/>
            <a:ext cx="32719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</a:t>
            </a:r>
            <a:endParaRPr lang="en-US" sz="1425" dirty="0"/>
          </a:p>
        </p:txBody>
      </p:sp>
      <p:sp>
        <p:nvSpPr>
          <p:cNvPr id="61" name="Text 58"/>
          <p:cNvSpPr/>
          <p:nvPr/>
        </p:nvSpPr>
        <p:spPr>
          <a:xfrm>
            <a:off x="685800" y="8953500"/>
            <a:ext cx="622600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cockpit — every metric is configured with your own data.</a:t>
            </a:r>
            <a:endParaRPr lang="en-US" sz="1425" dirty="0"/>
          </a:p>
        </p:txBody>
      </p:sp>
      <p:sp>
        <p:nvSpPr>
          <p:cNvPr id="62" name="Text 59"/>
          <p:cNvSpPr/>
          <p:nvPr/>
        </p:nvSpPr>
        <p:spPr>
          <a:xfrm>
            <a:off x="685800" y="9525000"/>
            <a:ext cx="671272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SOLUTIONS GROUP · BOREKSOLUTIONS.DE</a:t>
            </a:r>
            <a:endParaRPr lang="en-US" sz="1125" dirty="0"/>
          </a:p>
        </p:txBody>
      </p:sp>
      <p:sp>
        <p:nvSpPr>
          <p:cNvPr id="63" name="Text 60"/>
          <p:cNvSpPr/>
          <p:nvPr/>
        </p:nvSpPr>
        <p:spPr>
          <a:xfrm>
            <a:off x="16978313" y="9525000"/>
            <a:ext cx="70008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26</a:t>
            </a:r>
            <a:endParaRPr lang="en-US" sz="11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5200" y="1019175"/>
            <a:ext cx="2667000" cy="6236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133475"/>
            <a:ext cx="165168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63" dirty="0">
                <a:solidFill>
                  <a:srgbClr val="124F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ACCEPTANCE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685800" y="1428750"/>
            <a:ext cx="13620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034"/>
              </a:lnSpc>
              <a:buNone/>
            </a:pPr>
            <a:r>
              <a:rPr lang="en-US" sz="4500" kern="0" spc="-9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automate tasks — not people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685800" y="2381250"/>
            <a:ext cx="14716125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07"/>
              </a:lnSpc>
              <a:buNone/>
            </a:pPr>
            <a:r>
              <a:rPr lang="en-US" sz="17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 only works if your teams help find it. That's why the message from leadership, managers and the agent itself is always the same: we take away the dull work and give the time back.</a:t>
            </a:r>
            <a:endParaRPr lang="en-US" sz="1725" dirty="0"/>
          </a:p>
        </p:txBody>
      </p:sp>
      <p:sp>
        <p:nvSpPr>
          <p:cNvPr id="6" name="Shape 3"/>
          <p:cNvSpPr/>
          <p:nvPr/>
        </p:nvSpPr>
        <p:spPr>
          <a:xfrm>
            <a:off x="685800" y="3714750"/>
            <a:ext cx="8286750" cy="1780133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76325" y="4048125"/>
            <a:ext cx="825627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96"/>
              </a:lnSpc>
              <a:buNone/>
            </a:pPr>
            <a:r>
              <a:rPr lang="en-US" sz="2400" i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“Will I lose my job?”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76325" y="4581525"/>
            <a:ext cx="7730871" cy="6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412"/>
              </a:lnSpc>
              <a:buNone/>
            </a:pPr>
            <a:r>
              <a:rPr lang="en-US" sz="157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automate tasks, not roles. Every automation is agreed with the affected department.</a:t>
            </a:r>
            <a:endParaRPr lang="en-US" sz="1575" dirty="0"/>
          </a:p>
        </p:txBody>
      </p:sp>
      <p:sp>
        <p:nvSpPr>
          <p:cNvPr id="9" name="Shape 6"/>
          <p:cNvSpPr/>
          <p:nvPr/>
        </p:nvSpPr>
        <p:spPr>
          <a:xfrm>
            <a:off x="9315450" y="3714750"/>
            <a:ext cx="8286750" cy="1780133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705975" y="4048125"/>
            <a:ext cx="825627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96"/>
              </a:lnSpc>
              <a:buNone/>
            </a:pPr>
            <a:r>
              <a:rPr lang="en-US" sz="2400" i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“Is this surveillance?”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9705975" y="4581525"/>
            <a:ext cx="7730871" cy="6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412"/>
              </a:lnSpc>
              <a:buNone/>
            </a:pPr>
            <a:r>
              <a:rPr lang="en-US" sz="157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 asks about tasks and processes, never about people. We evaluate the conversation, never the person.</a:t>
            </a:r>
            <a:endParaRPr lang="en-US" sz="1575" dirty="0"/>
          </a:p>
        </p:txBody>
      </p:sp>
      <p:sp>
        <p:nvSpPr>
          <p:cNvPr id="12" name="Shape 9"/>
          <p:cNvSpPr/>
          <p:nvPr/>
        </p:nvSpPr>
        <p:spPr>
          <a:xfrm>
            <a:off x="685800" y="5780633"/>
            <a:ext cx="8286750" cy="1490142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076325" y="6114008"/>
            <a:ext cx="825627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96"/>
              </a:lnSpc>
              <a:buNone/>
            </a:pPr>
            <a:r>
              <a:rPr lang="en-US" sz="2400" i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“Why should I take part?”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076325" y="6647408"/>
            <a:ext cx="8256270" cy="328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412"/>
              </a:lnSpc>
              <a:buNone/>
            </a:pPr>
            <a:r>
              <a:rPr lang="en-US" sz="157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ideas decide what gets built — and you get the hours back first.</a:t>
            </a:r>
            <a:endParaRPr lang="en-US" sz="1575" dirty="0"/>
          </a:p>
        </p:txBody>
      </p:sp>
      <p:sp>
        <p:nvSpPr>
          <p:cNvPr id="15" name="Shape 12"/>
          <p:cNvSpPr/>
          <p:nvPr/>
        </p:nvSpPr>
        <p:spPr>
          <a:xfrm>
            <a:off x="9315450" y="5780633"/>
            <a:ext cx="8286750" cy="1490142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705975" y="6114008"/>
            <a:ext cx="825627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896"/>
              </a:lnSpc>
              <a:buNone/>
            </a:pPr>
            <a:r>
              <a:rPr lang="en-US" sz="2400" i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“I don't have time.”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9705975" y="6647408"/>
            <a:ext cx="8256270" cy="328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412"/>
              </a:lnSpc>
              <a:buNone/>
            </a:pPr>
            <a:r>
              <a:rPr lang="en-US" sz="157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to ten minutes, on your phone — pause any time and continue later.</a:t>
            </a:r>
            <a:endParaRPr lang="en-US" sz="1575" dirty="0"/>
          </a:p>
        </p:txBody>
      </p:sp>
      <p:sp>
        <p:nvSpPr>
          <p:cNvPr id="18" name="Text 15"/>
          <p:cNvSpPr/>
          <p:nvPr/>
        </p:nvSpPr>
        <p:spPr>
          <a:xfrm>
            <a:off x="685800" y="8286750"/>
            <a:ext cx="16764000" cy="34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receive the works-council briefing, the employee FAQ and the communication plan — written for German companies.</a:t>
            </a:r>
            <a:endParaRPr lang="en-US" sz="1725" dirty="0"/>
          </a:p>
        </p:txBody>
      </p:sp>
      <p:sp>
        <p:nvSpPr>
          <p:cNvPr id="19" name="Text 16"/>
          <p:cNvSpPr/>
          <p:nvPr/>
        </p:nvSpPr>
        <p:spPr>
          <a:xfrm>
            <a:off x="685800" y="9525000"/>
            <a:ext cx="671272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SOLUTIONS GROUP · BOREKSOLUTIONS.DE</a:t>
            </a:r>
            <a:endParaRPr lang="en-US" sz="1125" dirty="0"/>
          </a:p>
        </p:txBody>
      </p:sp>
      <p:sp>
        <p:nvSpPr>
          <p:cNvPr id="20" name="Text 17"/>
          <p:cNvSpPr/>
          <p:nvPr/>
        </p:nvSpPr>
        <p:spPr>
          <a:xfrm>
            <a:off x="16974517" y="9525000"/>
            <a:ext cx="70388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26</a:t>
            </a:r>
            <a:endParaRPr lang="en-US" sz="11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27" b="27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D1240">
              <a:alpha val="8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375" y="857250"/>
            <a:ext cx="2724150" cy="72806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95375" y="2857500"/>
            <a:ext cx="4715448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kern="0" spc="338" dirty="0">
                <a:solidFill>
                  <a:srgbClr val="C9CE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03 · PERMANENT TEAM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1095375" y="4000500"/>
            <a:ext cx="10131988" cy="10882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811"/>
              </a:lnSpc>
              <a:buNone/>
            </a:pPr>
            <a:r>
              <a:rPr lang="en-US" sz="7875" kern="0" spc="-18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AI Department</a:t>
            </a:r>
            <a:endParaRPr lang="en-US" sz="7875" dirty="0"/>
          </a:p>
        </p:txBody>
      </p:sp>
      <p:sp>
        <p:nvSpPr>
          <p:cNvPr id="7" name="Text 3"/>
          <p:cNvSpPr/>
          <p:nvPr/>
        </p:nvSpPr>
        <p:spPr>
          <a:xfrm>
            <a:off x="1095375" y="5572125"/>
            <a:ext cx="149828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250" dirty="0">
                <a:solidFill>
                  <a:srgbClr val="E4E7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permanent AI team — staffed from our hub, working on your backlog.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1095375" y="9620250"/>
            <a:ext cx="671272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SOLUTIONS GROUP · BOREKSOLUTIONS.DE</a:t>
            </a:r>
            <a:endParaRPr lang="en-US" sz="1125" dirty="0"/>
          </a:p>
        </p:txBody>
      </p:sp>
      <p:sp>
        <p:nvSpPr>
          <p:cNvPr id="9" name="Text 5"/>
          <p:cNvSpPr/>
          <p:nvPr/>
        </p:nvSpPr>
        <p:spPr>
          <a:xfrm>
            <a:off x="16572681" y="9620250"/>
            <a:ext cx="69614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/ 26</a:t>
            </a:r>
            <a:endParaRPr lang="en-US" sz="11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5200" y="1019175"/>
            <a:ext cx="2667000" cy="6236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133475"/>
            <a:ext cx="291773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63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AI DEPARTMENT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685800" y="1428750"/>
            <a:ext cx="12753975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034"/>
              </a:lnSpc>
              <a:buNone/>
            </a:pPr>
            <a:r>
              <a:rPr lang="en-US" sz="4500" kern="0" spc="-9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permanent team — your AI department, staffed by us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685800" y="2857500"/>
            <a:ext cx="14716125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07"/>
              </a:lnSpc>
              <a:buNone/>
            </a:pPr>
            <a:r>
              <a:rPr lang="en-US" sz="17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already know where it hurts? Then you don't need capture software — you need people who build. We give you your own AI team working on your backlog in your environment.</a:t>
            </a:r>
            <a:endParaRPr lang="en-US" sz="1725" dirty="0"/>
          </a:p>
        </p:txBody>
      </p:sp>
      <p:sp>
        <p:nvSpPr>
          <p:cNvPr id="6" name="Shape 3"/>
          <p:cNvSpPr/>
          <p:nvPr/>
        </p:nvSpPr>
        <p:spPr>
          <a:xfrm>
            <a:off x="685800" y="3905250"/>
            <a:ext cx="7239000" cy="1857375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38225" y="4200525"/>
            <a:ext cx="71875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A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038225" y="4457700"/>
            <a:ext cx="718756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model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038225" y="4914900"/>
            <a:ext cx="673017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67"/>
              </a:lnSpc>
              <a:buNone/>
            </a:pPr>
            <a:r>
              <a:rPr lang="en-US" sz="15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scope, fixed result, fixed date. Ideal for the first automation — with a 50 % money-back guarantee on the first one.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85800" y="5991225"/>
            <a:ext cx="7239000" cy="1857375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38225" y="6286500"/>
            <a:ext cx="718756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B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038225" y="6543675"/>
            <a:ext cx="718756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Container model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038225" y="7000875"/>
            <a:ext cx="673017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67"/>
              </a:lnSpc>
              <a:buNone/>
            </a:pPr>
            <a:r>
              <a:rPr lang="en-US" sz="15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monthly capacity of AI experts. You fill the backlog, we deliver continuously — priorities can change every sprint.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763000" y="3905250"/>
            <a:ext cx="4229100" cy="9525"/>
          </a:xfrm>
          <a:prstGeom prst="rect">
            <a:avLst/>
          </a:prstGeom>
          <a:solidFill>
            <a:srgbClr val="D5D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763000" y="4124325"/>
            <a:ext cx="4652010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187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team, under your name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8763000" y="4517231"/>
            <a:ext cx="4355973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783"/>
              </a:lnSpc>
              <a:buNone/>
            </a:pPr>
            <a:r>
              <a:rPr lang="en-US" sz="14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same experts every month — they know your systems.</a:t>
            </a:r>
            <a:endParaRPr lang="en-US" sz="1425" dirty="0"/>
          </a:p>
        </p:txBody>
      </p:sp>
      <p:sp>
        <p:nvSpPr>
          <p:cNvPr id="17" name="Shape 14"/>
          <p:cNvSpPr/>
          <p:nvPr/>
        </p:nvSpPr>
        <p:spPr>
          <a:xfrm>
            <a:off x="13373100" y="3905250"/>
            <a:ext cx="4229100" cy="9525"/>
          </a:xfrm>
          <a:prstGeom prst="rect">
            <a:avLst/>
          </a:prstGeom>
          <a:solidFill>
            <a:srgbClr val="D5D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3373100" y="4124325"/>
            <a:ext cx="4652010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187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your environment</a:t>
            </a:r>
            <a:endParaRPr lang="en-US" sz="1875" dirty="0"/>
          </a:p>
        </p:txBody>
      </p:sp>
      <p:sp>
        <p:nvSpPr>
          <p:cNvPr id="19" name="Text 16"/>
          <p:cNvSpPr/>
          <p:nvPr/>
        </p:nvSpPr>
        <p:spPr>
          <a:xfrm>
            <a:off x="13373100" y="4517231"/>
            <a:ext cx="4355973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783"/>
              </a:lnSpc>
              <a:buNone/>
            </a:pPr>
            <a:r>
              <a:rPr lang="en-US" sz="14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repositories, your tooling, your security rules.</a:t>
            </a:r>
            <a:endParaRPr lang="en-US" sz="1425" dirty="0"/>
          </a:p>
        </p:txBody>
      </p:sp>
      <p:sp>
        <p:nvSpPr>
          <p:cNvPr id="20" name="Shape 17"/>
          <p:cNvSpPr/>
          <p:nvPr/>
        </p:nvSpPr>
        <p:spPr>
          <a:xfrm>
            <a:off x="8763000" y="5327749"/>
            <a:ext cx="4229100" cy="9525"/>
          </a:xfrm>
          <a:prstGeom prst="rect">
            <a:avLst/>
          </a:prstGeom>
          <a:solidFill>
            <a:srgbClr val="D5D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763000" y="5546824"/>
            <a:ext cx="4652010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187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German project management</a:t>
            </a:r>
            <a:endParaRPr lang="en-US" sz="1875" dirty="0"/>
          </a:p>
        </p:txBody>
      </p:sp>
      <p:sp>
        <p:nvSpPr>
          <p:cNvPr id="22" name="Text 19"/>
          <p:cNvSpPr/>
          <p:nvPr/>
        </p:nvSpPr>
        <p:spPr>
          <a:xfrm>
            <a:off x="8763000" y="5939730"/>
            <a:ext cx="4355973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783"/>
              </a:lnSpc>
              <a:buNone/>
            </a:pPr>
            <a:r>
              <a:rPr lang="en-US" sz="14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German project lead steers cadence, reporting, escalation.</a:t>
            </a:r>
            <a:endParaRPr lang="en-US" sz="1425" dirty="0"/>
          </a:p>
        </p:txBody>
      </p:sp>
      <p:sp>
        <p:nvSpPr>
          <p:cNvPr id="23" name="Shape 20"/>
          <p:cNvSpPr/>
          <p:nvPr/>
        </p:nvSpPr>
        <p:spPr>
          <a:xfrm>
            <a:off x="13373100" y="5327749"/>
            <a:ext cx="4229100" cy="9525"/>
          </a:xfrm>
          <a:prstGeom prst="rect">
            <a:avLst/>
          </a:prstGeom>
          <a:solidFill>
            <a:srgbClr val="D5D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3373100" y="5546824"/>
            <a:ext cx="4652010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187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Switch to the Suite any time</a:t>
            </a:r>
            <a:endParaRPr lang="en-US" sz="1875" dirty="0"/>
          </a:p>
        </p:txBody>
      </p:sp>
      <p:sp>
        <p:nvSpPr>
          <p:cNvPr id="25" name="Text 22"/>
          <p:cNvSpPr/>
          <p:nvPr/>
        </p:nvSpPr>
        <p:spPr>
          <a:xfrm>
            <a:off x="13373100" y="5939730"/>
            <a:ext cx="4355973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783"/>
              </a:lnSpc>
              <a:buNone/>
            </a:pPr>
            <a:r>
              <a:rPr lang="en-US" sz="14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Once the obvious backlog is empty, the Suite finds the next wave.</a:t>
            </a:r>
            <a:endParaRPr lang="en-US" sz="1425" dirty="0"/>
          </a:p>
        </p:txBody>
      </p:sp>
      <p:sp>
        <p:nvSpPr>
          <p:cNvPr id="26" name="Text 23"/>
          <p:cNvSpPr/>
          <p:nvPr/>
        </p:nvSpPr>
        <p:spPr>
          <a:xfrm>
            <a:off x="685800" y="8601075"/>
            <a:ext cx="18608040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783"/>
              </a:lnSpc>
              <a:buNone/>
            </a:pPr>
            <a:r>
              <a:rPr lang="en-US" sz="1425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Junior €3,800 · Mid €5,500 · Senior €7,100 per month, plus PM flat fee €1,000–2,000 · three months' notice</a:t>
            </a:r>
            <a:endParaRPr lang="en-US" sz="1425" dirty="0"/>
          </a:p>
        </p:txBody>
      </p:sp>
      <p:sp>
        <p:nvSpPr>
          <p:cNvPr id="27" name="Text 24"/>
          <p:cNvSpPr/>
          <p:nvPr/>
        </p:nvSpPr>
        <p:spPr>
          <a:xfrm>
            <a:off x="685800" y="9525000"/>
            <a:ext cx="671272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SOLUTIONS GROUP · BOREKSOLUTIONS.DE</a:t>
            </a:r>
            <a:endParaRPr lang="en-US" sz="1125" dirty="0"/>
          </a:p>
        </p:txBody>
      </p:sp>
      <p:sp>
        <p:nvSpPr>
          <p:cNvPr id="28" name="Text 25"/>
          <p:cNvSpPr/>
          <p:nvPr/>
        </p:nvSpPr>
        <p:spPr>
          <a:xfrm>
            <a:off x="16974741" y="9525000"/>
            <a:ext cx="70365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/ 26</a:t>
            </a:r>
            <a:endParaRPr lang="en-US" sz="11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27" b="27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D1240">
              <a:alpha val="8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375" y="857250"/>
            <a:ext cx="2724150" cy="72806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95375" y="2857500"/>
            <a:ext cx="3842459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kern="0" spc="338" dirty="0">
                <a:solidFill>
                  <a:srgbClr val="C9CE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02 · FIXED PRICE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1095375" y="4000500"/>
            <a:ext cx="8280499" cy="10882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6811"/>
              </a:lnSpc>
              <a:buNone/>
            </a:pPr>
            <a:r>
              <a:rPr lang="en-US" sz="7875" kern="0" spc="-187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AI Projects</a:t>
            </a:r>
            <a:endParaRPr lang="en-US" sz="7875" dirty="0"/>
          </a:p>
        </p:txBody>
      </p:sp>
      <p:sp>
        <p:nvSpPr>
          <p:cNvPr id="7" name="Text 3"/>
          <p:cNvSpPr/>
          <p:nvPr/>
        </p:nvSpPr>
        <p:spPr>
          <a:xfrm>
            <a:off x="1095375" y="5572125"/>
            <a:ext cx="149828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6667"/>
              </a:lnSpc>
              <a:buNone/>
            </a:pPr>
            <a:r>
              <a:rPr lang="en-US" sz="2250" dirty="0">
                <a:solidFill>
                  <a:srgbClr val="E4E7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finished solution at a fixed price. You pay for the result, not the team.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1095375" y="9620250"/>
            <a:ext cx="671272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SOLUTIONS GROUP · BOREKSOLUTIONS.DE </a:t>
            </a:r>
            <a:endParaRPr lang="en-US" sz="1125" dirty="0"/>
          </a:p>
        </p:txBody>
      </p:sp>
      <p:sp>
        <p:nvSpPr>
          <p:cNvPr id="9" name="Text 5"/>
          <p:cNvSpPr/>
          <p:nvPr/>
        </p:nvSpPr>
        <p:spPr>
          <a:xfrm>
            <a:off x="16564942" y="9620250"/>
            <a:ext cx="70388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/ 26</a:t>
            </a:r>
            <a:endParaRPr lang="en-US" sz="11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5200" y="1019175"/>
            <a:ext cx="2667000" cy="6236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133475"/>
            <a:ext cx="1649797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63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685800" y="1428750"/>
            <a:ext cx="13620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034"/>
              </a:lnSpc>
              <a:buNone/>
            </a:pPr>
            <a:r>
              <a:rPr lang="en-US" sz="4500" kern="0" spc="-9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first automation live in 30 days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685800" y="2381250"/>
            <a:ext cx="15716250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07"/>
              </a:lnSpc>
              <a:buNone/>
            </a:pPr>
            <a:r>
              <a:rPr lang="en-US" sz="17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is our job, not yours. Here is exactly what happens after signature — and the very short list of what we need from you.</a:t>
            </a:r>
            <a:endParaRPr lang="en-US" sz="1725" dirty="0"/>
          </a:p>
        </p:txBody>
      </p:sp>
      <p:sp>
        <p:nvSpPr>
          <p:cNvPr id="6" name="Shape 3"/>
          <p:cNvSpPr/>
          <p:nvPr/>
        </p:nvSpPr>
        <p:spPr>
          <a:xfrm>
            <a:off x="685800" y="3619500"/>
            <a:ext cx="4014788" cy="3762375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00125" y="3914775"/>
            <a:ext cx="372475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188" dirty="0">
                <a:solidFill>
                  <a:srgbClr val="124F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1–5</a:t>
            </a:r>
            <a:endParaRPr lang="en-US" sz="1125" dirty="0"/>
          </a:p>
        </p:txBody>
      </p:sp>
      <p:sp>
        <p:nvSpPr>
          <p:cNvPr id="8" name="Text 5"/>
          <p:cNvSpPr/>
          <p:nvPr/>
        </p:nvSpPr>
        <p:spPr>
          <a:xfrm>
            <a:off x="1000125" y="4219575"/>
            <a:ext cx="372475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Kick-off &amp; access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000125" y="4714875"/>
            <a:ext cx="3487722" cy="141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67"/>
              </a:lnSpc>
              <a:buNone/>
            </a:pPr>
            <a:r>
              <a:rPr lang="en-US" sz="15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Contract, NDA and DPA in place. Your German project lead is named and introduced. Security checklist, system inventory and access requests start.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986338" y="3619500"/>
            <a:ext cx="4014788" cy="3762375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300663" y="3914775"/>
            <a:ext cx="372475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188" dirty="0">
                <a:solidFill>
                  <a:srgbClr val="124F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6–15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5300663" y="4219575"/>
            <a:ext cx="372475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5300663" y="4714875"/>
            <a:ext cx="3487722" cy="141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67"/>
              </a:lnSpc>
              <a:buNone/>
            </a:pPr>
            <a:r>
              <a:rPr lang="en-US" sz="15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A: the Suite invites your teams, the first conversations run. Option B: joint backlog session — candidates scored, costed and prioritised.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9286875" y="3619500"/>
            <a:ext cx="4014788" cy="3762375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601200" y="3914775"/>
            <a:ext cx="372475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188" dirty="0">
                <a:solidFill>
                  <a:srgbClr val="124F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16–25</a:t>
            </a:r>
            <a:endParaRPr lang="en-US" sz="1125" dirty="0"/>
          </a:p>
        </p:txBody>
      </p:sp>
      <p:sp>
        <p:nvSpPr>
          <p:cNvPr id="16" name="Text 13"/>
          <p:cNvSpPr/>
          <p:nvPr/>
        </p:nvSpPr>
        <p:spPr>
          <a:xfrm>
            <a:off x="9601200" y="4219575"/>
            <a:ext cx="372475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build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9601200" y="4714875"/>
            <a:ext cx="3487722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67"/>
              </a:lnSpc>
              <a:buNone/>
            </a:pPr>
            <a:r>
              <a:rPr lang="en-US" sz="15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most impactful candidate goes into build with your expert team. IT sign-off runs in parallel so nothing waits at the end.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13587413" y="3619500"/>
            <a:ext cx="4014788" cy="3762375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3901738" y="3914775"/>
            <a:ext cx="372475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188" dirty="0">
                <a:solidFill>
                  <a:srgbClr val="124F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26–30</a:t>
            </a:r>
            <a:endParaRPr lang="en-US" sz="1125" dirty="0"/>
          </a:p>
        </p:txBody>
      </p:sp>
      <p:sp>
        <p:nvSpPr>
          <p:cNvPr id="20" name="Text 17"/>
          <p:cNvSpPr/>
          <p:nvPr/>
        </p:nvSpPr>
        <p:spPr>
          <a:xfrm>
            <a:off x="13901738" y="4219575"/>
            <a:ext cx="372475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&amp; measured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13901738" y="4714875"/>
            <a:ext cx="3487722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67"/>
              </a:lnSpc>
              <a:buNone/>
            </a:pPr>
            <a:r>
              <a:rPr lang="en-US" sz="15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/ no-go with you. First automation in production, hours saved measured, roadmap for the next quarter agreed.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85800" y="7667625"/>
            <a:ext cx="16916400" cy="1177230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038225" y="7943850"/>
            <a:ext cx="1783270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188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NEED FROM YOU</a:t>
            </a:r>
            <a:endParaRPr lang="en-US" sz="1125" dirty="0"/>
          </a:p>
        </p:txBody>
      </p:sp>
      <p:sp>
        <p:nvSpPr>
          <p:cNvPr id="24" name="Text 21"/>
          <p:cNvSpPr/>
          <p:nvPr/>
        </p:nvSpPr>
        <p:spPr>
          <a:xfrm>
            <a:off x="1038225" y="8248650"/>
            <a:ext cx="17832705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898"/>
              </a:lnSpc>
              <a:buNone/>
            </a:pPr>
            <a:r>
              <a:rPr lang="en-US" sz="180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sponsor from management · one pilot department · IT access · around two hours of your time per week. We bring everything else.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85800" y="9525000"/>
            <a:ext cx="671272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SOLUTIONS GROUP · BOREKSOLUTIONS.DE</a:t>
            </a:r>
            <a:endParaRPr lang="en-US" sz="1125" dirty="0"/>
          </a:p>
        </p:txBody>
      </p:sp>
      <p:sp>
        <p:nvSpPr>
          <p:cNvPr id="26" name="Text 23"/>
          <p:cNvSpPr/>
          <p:nvPr/>
        </p:nvSpPr>
        <p:spPr>
          <a:xfrm>
            <a:off x="16943933" y="9525000"/>
            <a:ext cx="73446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/ 26</a:t>
            </a:r>
            <a:endParaRPr lang="en-US" sz="11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5200" y="1019175"/>
            <a:ext cx="2667000" cy="6236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133475"/>
            <a:ext cx="126645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63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PACKAGES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685800" y="1428750"/>
            <a:ext cx="13620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034"/>
              </a:lnSpc>
              <a:buNone/>
            </a:pPr>
            <a:r>
              <a:rPr lang="en-US" sz="4500" kern="0" spc="-9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team sizes — you choose the pace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685800" y="2381250"/>
            <a:ext cx="15716250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07"/>
              </a:lnSpc>
              <a:buNone/>
            </a:pPr>
            <a:r>
              <a:rPr lang="en-US" sz="17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hub, same project management. The only difference is how much capacity runs in parallel and how complex the tasks may be.</a:t>
            </a:r>
            <a:endParaRPr lang="en-US" sz="1725" dirty="0"/>
          </a:p>
        </p:txBody>
      </p:sp>
      <p:sp>
        <p:nvSpPr>
          <p:cNvPr id="6" name="Shape 3"/>
          <p:cNvSpPr/>
          <p:nvPr/>
        </p:nvSpPr>
        <p:spPr>
          <a:xfrm>
            <a:off x="685800" y="3190875"/>
            <a:ext cx="5410200" cy="4143375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38225" y="3524250"/>
            <a:ext cx="5175885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740"/>
              </a:lnSpc>
              <a:buNone/>
            </a:pPr>
            <a:r>
              <a:rPr lang="en-US" sz="240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38225" y="3966195"/>
            <a:ext cx="5175885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Junior + PM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38225" y="4447208"/>
            <a:ext cx="517588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500"/>
              </a:lnSpc>
              <a:buNone/>
            </a:pPr>
            <a:r>
              <a:rPr lang="en-US" sz="4950" kern="0" spc="-15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€8,600</a:t>
            </a:r>
            <a:endParaRPr lang="en-US" sz="4950" dirty="0"/>
          </a:p>
        </p:txBody>
      </p:sp>
      <p:sp>
        <p:nvSpPr>
          <p:cNvPr id="10" name="Text 7"/>
          <p:cNvSpPr/>
          <p:nvPr/>
        </p:nvSpPr>
        <p:spPr>
          <a:xfrm>
            <a:off x="1038225" y="5152058"/>
            <a:ext cx="5175885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month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038225" y="5575920"/>
            <a:ext cx="47053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38225" y="5756895"/>
            <a:ext cx="136624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231999" y="5756895"/>
            <a:ext cx="2896456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~4 Tier-1 projects per year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1038225" y="6143551"/>
            <a:ext cx="136624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231999" y="6143551"/>
            <a:ext cx="3257275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department, then expand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038225" y="6530206"/>
            <a:ext cx="136624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1231999" y="6530206"/>
            <a:ext cx="4425107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Cheaper than fixed price from 4 projects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038225" y="6916862"/>
            <a:ext cx="136624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1231999" y="6916862"/>
            <a:ext cx="2679539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standard entry team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6438900" y="3190875"/>
            <a:ext cx="5410200" cy="4143375"/>
          </a:xfrm>
          <a:prstGeom prst="rect">
            <a:avLst/>
          </a:prstGeom>
          <a:solidFill>
            <a:srgbClr val="0D1240"/>
          </a:solidFill>
          <a:ln w="9525">
            <a:solidFill>
              <a:srgbClr val="0D12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10449074" y="3524250"/>
            <a:ext cx="1066651" cy="3190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0620524" y="3609975"/>
            <a:ext cx="799951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75" b="1" kern="0" spc="15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POPULAR</a:t>
            </a:r>
            <a:endParaRPr lang="en-US" sz="975" dirty="0"/>
          </a:p>
        </p:txBody>
      </p:sp>
      <p:sp>
        <p:nvSpPr>
          <p:cNvPr id="23" name="Text 20"/>
          <p:cNvSpPr/>
          <p:nvPr/>
        </p:nvSpPr>
        <p:spPr>
          <a:xfrm>
            <a:off x="6791325" y="3524250"/>
            <a:ext cx="3747135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74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791325" y="3966195"/>
            <a:ext cx="5175885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9CE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Mid + 2 Junior + PM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791325" y="4447208"/>
            <a:ext cx="517588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500"/>
              </a:lnSpc>
              <a:buNone/>
            </a:pPr>
            <a:r>
              <a:rPr lang="en-US" sz="4950" kern="0" spc="-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€14,600</a:t>
            </a:r>
            <a:endParaRPr lang="en-US" sz="4950" dirty="0"/>
          </a:p>
        </p:txBody>
      </p:sp>
      <p:sp>
        <p:nvSpPr>
          <p:cNvPr id="26" name="Text 23"/>
          <p:cNvSpPr/>
          <p:nvPr/>
        </p:nvSpPr>
        <p:spPr>
          <a:xfrm>
            <a:off x="6791325" y="5152058"/>
            <a:ext cx="5175885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9CE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month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6791325" y="5575920"/>
            <a:ext cx="4705350" cy="9525"/>
          </a:xfrm>
          <a:prstGeom prst="rect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791325" y="5756895"/>
            <a:ext cx="136624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dirty="0">
                <a:solidFill>
                  <a:srgbClr val="DDE1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6985099" y="5756895"/>
            <a:ext cx="3510208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dirty="0">
                <a:solidFill>
                  <a:srgbClr val="DDE1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~5–6 Tier-1 equivalents per year</a:t>
            </a:r>
            <a:endParaRPr lang="en-US" sz="1650" dirty="0"/>
          </a:p>
        </p:txBody>
      </p:sp>
      <p:sp>
        <p:nvSpPr>
          <p:cNvPr id="30" name="Text 27"/>
          <p:cNvSpPr/>
          <p:nvPr/>
        </p:nvSpPr>
        <p:spPr>
          <a:xfrm>
            <a:off x="6791325" y="6143551"/>
            <a:ext cx="136624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dirty="0">
                <a:solidFill>
                  <a:srgbClr val="DDE1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6985099" y="6143551"/>
            <a:ext cx="2853809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dirty="0">
                <a:solidFill>
                  <a:srgbClr val="DDE1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Tier-2 initiatives in parallel</a:t>
            </a:r>
            <a:endParaRPr lang="en-US" sz="1650" dirty="0"/>
          </a:p>
        </p:txBody>
      </p:sp>
      <p:sp>
        <p:nvSpPr>
          <p:cNvPr id="32" name="Text 29"/>
          <p:cNvSpPr/>
          <p:nvPr/>
        </p:nvSpPr>
        <p:spPr>
          <a:xfrm>
            <a:off x="6791325" y="6530206"/>
            <a:ext cx="136624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dirty="0">
                <a:solidFill>
                  <a:srgbClr val="DDE1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650" dirty="0"/>
          </a:p>
        </p:txBody>
      </p:sp>
      <p:sp>
        <p:nvSpPr>
          <p:cNvPr id="33" name="Text 30"/>
          <p:cNvSpPr/>
          <p:nvPr/>
        </p:nvSpPr>
        <p:spPr>
          <a:xfrm>
            <a:off x="6985099" y="6530206"/>
            <a:ext cx="2846606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dirty="0">
                <a:solidFill>
                  <a:srgbClr val="DDE1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 workstreams</a:t>
            </a:r>
            <a:endParaRPr lang="en-US" sz="1650" dirty="0"/>
          </a:p>
        </p:txBody>
      </p:sp>
      <p:sp>
        <p:nvSpPr>
          <p:cNvPr id="34" name="Text 31"/>
          <p:cNvSpPr/>
          <p:nvPr/>
        </p:nvSpPr>
        <p:spPr>
          <a:xfrm>
            <a:off x="6791325" y="6916862"/>
            <a:ext cx="136624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dirty="0">
                <a:solidFill>
                  <a:srgbClr val="DDE1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650" dirty="0"/>
          </a:p>
        </p:txBody>
      </p:sp>
      <p:sp>
        <p:nvSpPr>
          <p:cNvPr id="35" name="Text 32"/>
          <p:cNvSpPr/>
          <p:nvPr/>
        </p:nvSpPr>
        <p:spPr>
          <a:xfrm>
            <a:off x="6985099" y="6916862"/>
            <a:ext cx="2422594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dirty="0">
                <a:solidFill>
                  <a:srgbClr val="DDE1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usual growth step</a:t>
            </a:r>
            <a:endParaRPr lang="en-US" sz="1650" dirty="0"/>
          </a:p>
        </p:txBody>
      </p:sp>
      <p:sp>
        <p:nvSpPr>
          <p:cNvPr id="36" name="Shape 33"/>
          <p:cNvSpPr/>
          <p:nvPr/>
        </p:nvSpPr>
        <p:spPr>
          <a:xfrm>
            <a:off x="12192000" y="3190875"/>
            <a:ext cx="5410200" cy="4143375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12544425" y="3524250"/>
            <a:ext cx="5175885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9740"/>
              </a:lnSpc>
              <a:buNone/>
            </a:pPr>
            <a:r>
              <a:rPr lang="en-US" sz="240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L</a:t>
            </a:r>
            <a:endParaRPr lang="en-US" sz="2400" dirty="0"/>
          </a:p>
        </p:txBody>
      </p:sp>
      <p:sp>
        <p:nvSpPr>
          <p:cNvPr id="38" name="Text 35"/>
          <p:cNvSpPr/>
          <p:nvPr/>
        </p:nvSpPr>
        <p:spPr>
          <a:xfrm>
            <a:off x="12544425" y="3966195"/>
            <a:ext cx="5175885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Senior + 1 Mid + 2 Junior + PM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12544425" y="4447208"/>
            <a:ext cx="5175885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500"/>
              </a:lnSpc>
              <a:buNone/>
            </a:pPr>
            <a:r>
              <a:rPr lang="en-US" sz="4950" kern="0" spc="-15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€22,200</a:t>
            </a:r>
            <a:endParaRPr lang="en-US" sz="4950" dirty="0"/>
          </a:p>
        </p:txBody>
      </p:sp>
      <p:sp>
        <p:nvSpPr>
          <p:cNvPr id="40" name="Text 37"/>
          <p:cNvSpPr/>
          <p:nvPr/>
        </p:nvSpPr>
        <p:spPr>
          <a:xfrm>
            <a:off x="12544425" y="5152058"/>
            <a:ext cx="5175885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month</a:t>
            </a:r>
            <a:endParaRPr lang="en-US" sz="1500" dirty="0"/>
          </a:p>
        </p:txBody>
      </p:sp>
      <p:sp>
        <p:nvSpPr>
          <p:cNvPr id="41" name="Shape 38"/>
          <p:cNvSpPr/>
          <p:nvPr/>
        </p:nvSpPr>
        <p:spPr>
          <a:xfrm>
            <a:off x="12544425" y="5575920"/>
            <a:ext cx="47053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12544425" y="5756895"/>
            <a:ext cx="136624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650" dirty="0"/>
          </a:p>
        </p:txBody>
      </p:sp>
      <p:sp>
        <p:nvSpPr>
          <p:cNvPr id="43" name="Text 40"/>
          <p:cNvSpPr/>
          <p:nvPr/>
        </p:nvSpPr>
        <p:spPr>
          <a:xfrm>
            <a:off x="12738199" y="5756895"/>
            <a:ext cx="1594872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Tier-3 capable</a:t>
            </a:r>
            <a:endParaRPr lang="en-US" sz="1650" dirty="0"/>
          </a:p>
        </p:txBody>
      </p:sp>
      <p:sp>
        <p:nvSpPr>
          <p:cNvPr id="44" name="Text 41"/>
          <p:cNvSpPr/>
          <p:nvPr/>
        </p:nvSpPr>
        <p:spPr>
          <a:xfrm>
            <a:off x="12544425" y="6143551"/>
            <a:ext cx="136624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650" dirty="0"/>
          </a:p>
        </p:txBody>
      </p:sp>
      <p:sp>
        <p:nvSpPr>
          <p:cNvPr id="45" name="Text 42"/>
          <p:cNvSpPr/>
          <p:nvPr/>
        </p:nvSpPr>
        <p:spPr>
          <a:xfrm>
            <a:off x="12738199" y="6143551"/>
            <a:ext cx="3323005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ownership on site</a:t>
            </a:r>
            <a:endParaRPr lang="en-US" sz="1650" dirty="0"/>
          </a:p>
        </p:txBody>
      </p:sp>
      <p:sp>
        <p:nvSpPr>
          <p:cNvPr id="46" name="Text 43"/>
          <p:cNvSpPr/>
          <p:nvPr/>
        </p:nvSpPr>
        <p:spPr>
          <a:xfrm>
            <a:off x="12544425" y="6530206"/>
            <a:ext cx="136624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650" dirty="0"/>
          </a:p>
        </p:txBody>
      </p:sp>
      <p:sp>
        <p:nvSpPr>
          <p:cNvPr id="47" name="Text 44"/>
          <p:cNvSpPr/>
          <p:nvPr/>
        </p:nvSpPr>
        <p:spPr>
          <a:xfrm>
            <a:off x="12738199" y="6530206"/>
            <a:ext cx="2112935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integrations</a:t>
            </a:r>
            <a:endParaRPr lang="en-US" sz="1650" dirty="0"/>
          </a:p>
        </p:txBody>
      </p:sp>
      <p:sp>
        <p:nvSpPr>
          <p:cNvPr id="48" name="Text 45"/>
          <p:cNvSpPr/>
          <p:nvPr/>
        </p:nvSpPr>
        <p:spPr>
          <a:xfrm>
            <a:off x="12544425" y="6916862"/>
            <a:ext cx="136624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</a:t>
            </a:r>
            <a:endParaRPr lang="en-US" sz="1650" dirty="0"/>
          </a:p>
        </p:txBody>
      </p:sp>
      <p:sp>
        <p:nvSpPr>
          <p:cNvPr id="49" name="Text 46"/>
          <p:cNvSpPr/>
          <p:nvPr/>
        </p:nvSpPr>
        <p:spPr>
          <a:xfrm>
            <a:off x="12738199" y="6916862"/>
            <a:ext cx="3485324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926"/>
              </a:lnSpc>
              <a:buNone/>
            </a:pPr>
            <a:r>
              <a:rPr lang="en-US" sz="16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company-wide programmes</a:t>
            </a:r>
            <a:endParaRPr lang="en-US" sz="1650" dirty="0"/>
          </a:p>
        </p:txBody>
      </p:sp>
      <p:sp>
        <p:nvSpPr>
          <p:cNvPr id="50" name="Shape 47"/>
          <p:cNvSpPr/>
          <p:nvPr/>
        </p:nvSpPr>
        <p:spPr>
          <a:xfrm>
            <a:off x="685800" y="7524750"/>
            <a:ext cx="16916400" cy="1333500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1038225" y="7919070"/>
            <a:ext cx="1783270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kern="0" spc="188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PRICE ALTERNATIVE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1038225" y="8157195"/>
            <a:ext cx="17832705" cy="34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Prefer a fixed price? A finished solution from €20,000 (Tier 1, 2–4 months) — and from around four projects a year your own team is the cheaper route.</a:t>
            </a:r>
            <a:endParaRPr lang="en-US" sz="1725" dirty="0"/>
          </a:p>
        </p:txBody>
      </p:sp>
      <p:sp>
        <p:nvSpPr>
          <p:cNvPr id="53" name="Text 50"/>
          <p:cNvSpPr/>
          <p:nvPr/>
        </p:nvSpPr>
        <p:spPr>
          <a:xfrm>
            <a:off x="685800" y="9525000"/>
            <a:ext cx="671272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SOLUTIONS GROUP · BOREKSOLUTIONS.DE</a:t>
            </a:r>
            <a:endParaRPr lang="en-US" sz="1125" dirty="0"/>
          </a:p>
        </p:txBody>
      </p:sp>
      <p:sp>
        <p:nvSpPr>
          <p:cNvPr id="54" name="Text 51"/>
          <p:cNvSpPr/>
          <p:nvPr/>
        </p:nvSpPr>
        <p:spPr>
          <a:xfrm>
            <a:off x="16976006" y="9525000"/>
            <a:ext cx="70239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/ 26</a:t>
            </a:r>
            <a:endParaRPr lang="en-US" sz="11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5200" y="1019175"/>
            <a:ext cx="2667000" cy="6236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133475"/>
            <a:ext cx="1461693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63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AI HUB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685800" y="1428750"/>
            <a:ext cx="12753975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034"/>
              </a:lnSpc>
              <a:buNone/>
            </a:pPr>
            <a:r>
              <a:rPr lang="en-US" sz="4500" kern="0" spc="-9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AI hub in Kosovo — our own company, not a partner network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685800" y="2857500"/>
            <a:ext cx="14716125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07"/>
              </a:lnSpc>
              <a:buNone/>
            </a:pPr>
            <a:r>
              <a:rPr lang="en-US" sz="17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 80 permanently employed software and automation developers in Prishtina. We recruit, train, certify and develop them ourselves — in one of the youngest and most digitally skilled talent markets in Europe.</a:t>
            </a:r>
            <a:endParaRPr lang="en-US" sz="1725" dirty="0"/>
          </a:p>
        </p:txBody>
      </p:sp>
      <p:sp>
        <p:nvSpPr>
          <p:cNvPr id="6" name="Shape 3"/>
          <p:cNvSpPr/>
          <p:nvPr/>
        </p:nvSpPr>
        <p:spPr>
          <a:xfrm>
            <a:off x="685800" y="4000500"/>
            <a:ext cx="5448300" cy="1914525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38225" y="4314825"/>
            <a:ext cx="521779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AI Academy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038225" y="4772025"/>
            <a:ext cx="4885754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67"/>
              </a:lnSpc>
              <a:buNone/>
            </a:pPr>
            <a:r>
              <a:rPr lang="en-US" sz="15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own curriculum: Python, agent design, RAG, evaluation, secure deployment. Nobody joins a client team without passing the exam.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19850" y="4000500"/>
            <a:ext cx="5448300" cy="1914525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772275" y="4314825"/>
            <a:ext cx="521779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 Hub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6772275" y="4772025"/>
            <a:ext cx="4885754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67"/>
              </a:lnSpc>
              <a:buNone/>
            </a:pPr>
            <a:r>
              <a:rPr lang="en-US" sz="15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automation we build becomes a tested, reusable pattern. The second is faster than the first, the tenth faster still.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2153900" y="4000500"/>
            <a:ext cx="5448300" cy="1914525"/>
          </a:xfrm>
          <a:prstGeom prst="rect">
            <a:avLst/>
          </a:prstGeom>
          <a:solidFill>
            <a:srgbClr val="F3F4F8"/>
          </a:solidFill>
          <a:ln w="9525">
            <a:solidFill>
              <a:srgbClr val="E2E4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2506325" y="4314825"/>
            <a:ext cx="521779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Domains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12506325" y="4772025"/>
            <a:ext cx="4885754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367"/>
              </a:lnSpc>
              <a:buNone/>
            </a:pPr>
            <a:r>
              <a:rPr lang="en-US" sz="150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AI &amp; OCR · conversational agents · RAG · workflow automation &amp; RPA · data engineering · MLOps · QA and evaluation.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85800" y="6896100"/>
            <a:ext cx="347009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353"/>
              </a:lnSpc>
              <a:buNone/>
            </a:pPr>
            <a:r>
              <a:rPr lang="en-US" sz="4200" b="1" kern="0" spc="-15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80+</a:t>
            </a:r>
            <a:endParaRPr lang="en-US" sz="4200" dirty="0"/>
          </a:p>
        </p:txBody>
      </p:sp>
      <p:sp>
        <p:nvSpPr>
          <p:cNvPr id="16" name="Text 13"/>
          <p:cNvSpPr/>
          <p:nvPr/>
        </p:nvSpPr>
        <p:spPr>
          <a:xfrm>
            <a:off x="685800" y="7543800"/>
            <a:ext cx="3470099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13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developers in Prishtina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126185" y="6896100"/>
            <a:ext cx="347018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353"/>
              </a:lnSpc>
              <a:buNone/>
            </a:pPr>
            <a:r>
              <a:rPr lang="en-US" sz="4200" b="1" kern="0" spc="-15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2.5 hrs</a:t>
            </a:r>
            <a:endParaRPr lang="en-US" sz="4200" dirty="0"/>
          </a:p>
        </p:txBody>
      </p:sp>
      <p:sp>
        <p:nvSpPr>
          <p:cNvPr id="18" name="Text 15"/>
          <p:cNvSpPr/>
          <p:nvPr/>
        </p:nvSpPr>
        <p:spPr>
          <a:xfrm>
            <a:off x="4126185" y="7543800"/>
            <a:ext cx="3249351" cy="518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13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flight — daily to several German airports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566645" y="6896100"/>
            <a:ext cx="347009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353"/>
              </a:lnSpc>
              <a:buNone/>
            </a:pPr>
            <a:r>
              <a:rPr lang="en-US" sz="4200" b="1" kern="0" spc="-15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CET</a:t>
            </a:r>
            <a:endParaRPr lang="en-US" sz="4200" dirty="0"/>
          </a:p>
        </p:txBody>
      </p:sp>
      <p:sp>
        <p:nvSpPr>
          <p:cNvPr id="20" name="Text 17"/>
          <p:cNvSpPr/>
          <p:nvPr/>
        </p:nvSpPr>
        <p:spPr>
          <a:xfrm>
            <a:off x="7566645" y="7543800"/>
            <a:ext cx="3470099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13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working day, same time zone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1007030" y="6896100"/>
            <a:ext cx="347018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353"/>
              </a:lnSpc>
              <a:buNone/>
            </a:pPr>
            <a:r>
              <a:rPr lang="en-US" sz="4200" b="1" kern="0" spc="-15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</a:t>
            </a:r>
            <a:endParaRPr lang="en-US" sz="4200" dirty="0"/>
          </a:p>
        </p:txBody>
      </p:sp>
      <p:sp>
        <p:nvSpPr>
          <p:cNvPr id="22" name="Text 19"/>
          <p:cNvSpPr/>
          <p:nvPr/>
        </p:nvSpPr>
        <p:spPr>
          <a:xfrm>
            <a:off x="11007030" y="7543800"/>
            <a:ext cx="3470181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13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protection level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14447490" y="6896100"/>
            <a:ext cx="347018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353"/>
              </a:lnSpc>
              <a:buNone/>
            </a:pPr>
            <a:r>
              <a:rPr lang="en-US" sz="4200" b="1" kern="0" spc="-15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/ EN</a:t>
            </a:r>
            <a:endParaRPr lang="en-US" sz="4200" dirty="0"/>
          </a:p>
        </p:txBody>
      </p:sp>
      <p:sp>
        <p:nvSpPr>
          <p:cNvPr id="24" name="Text 21"/>
          <p:cNvSpPr/>
          <p:nvPr/>
        </p:nvSpPr>
        <p:spPr>
          <a:xfrm>
            <a:off x="14447490" y="7543800"/>
            <a:ext cx="3470181" cy="278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545"/>
              </a:lnSpc>
              <a:buNone/>
            </a:pPr>
            <a:r>
              <a:rPr lang="en-US" sz="13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languages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85800" y="8601075"/>
            <a:ext cx="18608040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783"/>
              </a:lnSpc>
              <a:buNone/>
            </a:pPr>
            <a:r>
              <a:rPr lang="en-US" sz="1425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That's why cost-efficient doesn't mean inexperienced. It means European engineering without a German salary structure on top.</a:t>
            </a:r>
            <a:endParaRPr lang="en-US" sz="1425" dirty="0"/>
          </a:p>
        </p:txBody>
      </p:sp>
      <p:sp>
        <p:nvSpPr>
          <p:cNvPr id="26" name="Text 23"/>
          <p:cNvSpPr/>
          <p:nvPr/>
        </p:nvSpPr>
        <p:spPr>
          <a:xfrm>
            <a:off x="685800" y="9525000"/>
            <a:ext cx="671272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SOLUTIONS GROUP · BOREKSOLUTIONS.DE</a:t>
            </a:r>
            <a:endParaRPr lang="en-US" sz="1125" dirty="0"/>
          </a:p>
        </p:txBody>
      </p:sp>
      <p:sp>
        <p:nvSpPr>
          <p:cNvPr id="27" name="Text 24"/>
          <p:cNvSpPr/>
          <p:nvPr/>
        </p:nvSpPr>
        <p:spPr>
          <a:xfrm>
            <a:off x="16946984" y="9525000"/>
            <a:ext cx="7314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/ 26</a:t>
            </a:r>
            <a:endParaRPr lang="en-US" sz="11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5200" y="1019175"/>
            <a:ext cx="2667000" cy="6236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133475"/>
            <a:ext cx="172232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63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TRUST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685800" y="1428750"/>
            <a:ext cx="12753975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1034"/>
              </a:lnSpc>
              <a:buNone/>
            </a:pPr>
            <a:r>
              <a:rPr lang="en-US" sz="4500" kern="0" spc="-9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data, your processes, your knowledge stay with you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685800" y="2857500"/>
            <a:ext cx="14716125" cy="6732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107"/>
              </a:lnSpc>
              <a:buNone/>
            </a:pPr>
            <a:r>
              <a:rPr lang="en-US" sz="17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know what a German Mittelstand company needs at this point: no black box and no promises, but verifiable commitments — contractually agreed and technically anchored.</a:t>
            </a:r>
            <a:endParaRPr lang="en-US" sz="1725" dirty="0"/>
          </a:p>
        </p:txBody>
      </p:sp>
      <p:sp>
        <p:nvSpPr>
          <p:cNvPr id="6" name="Shape 3"/>
          <p:cNvSpPr/>
          <p:nvPr/>
        </p:nvSpPr>
        <p:spPr>
          <a:xfrm>
            <a:off x="685800" y="4000500"/>
            <a:ext cx="4057650" cy="1171575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71550" y="4248150"/>
            <a:ext cx="383476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kern="0" spc="-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27001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971550" y="4714875"/>
            <a:ext cx="383476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C9CE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 security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972050" y="4000500"/>
            <a:ext cx="4057650" cy="1171575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257800" y="4248150"/>
            <a:ext cx="383476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kern="0" spc="-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TISAX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5257800" y="4714875"/>
            <a:ext cx="383476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C9CE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Automotive level (VDA)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9258300" y="4000500"/>
            <a:ext cx="4057650" cy="1171575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544050" y="4248150"/>
            <a:ext cx="383476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kern="0" spc="-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GDPR / DSGVO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9544050" y="4714875"/>
            <a:ext cx="383476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C9CE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 data protection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3544550" y="4000500"/>
            <a:ext cx="4057650" cy="1171575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3830300" y="4248150"/>
            <a:ext cx="383476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kern="0" spc="-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ISMS</a:t>
            </a:r>
            <a:endParaRPr lang="en-US" sz="2550" dirty="0"/>
          </a:p>
        </p:txBody>
      </p:sp>
      <p:sp>
        <p:nvSpPr>
          <p:cNvPr id="17" name="Text 14"/>
          <p:cNvSpPr/>
          <p:nvPr/>
        </p:nvSpPr>
        <p:spPr>
          <a:xfrm>
            <a:off x="13830300" y="4714875"/>
            <a:ext cx="383476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C9CE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Managed security system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85800" y="5715000"/>
            <a:ext cx="5384750" cy="9525"/>
          </a:xfrm>
          <a:prstGeom prst="rect">
            <a:avLst/>
          </a:prstGeom>
          <a:solidFill>
            <a:srgbClr val="D5D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85800" y="5934075"/>
            <a:ext cx="5923225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187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 hosting, your tenant</a:t>
            </a:r>
            <a:endParaRPr lang="en-US" sz="1875" dirty="0"/>
          </a:p>
        </p:txBody>
      </p:sp>
      <p:sp>
        <p:nvSpPr>
          <p:cNvPr id="20" name="Text 17"/>
          <p:cNvSpPr/>
          <p:nvPr/>
        </p:nvSpPr>
        <p:spPr>
          <a:xfrm>
            <a:off x="685800" y="6326981"/>
            <a:ext cx="5546293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783"/>
              </a:lnSpc>
              <a:buNone/>
            </a:pPr>
            <a:r>
              <a:rPr lang="en-US" sz="14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Hosted in the EU — in your region or on your own infrastructure.</a:t>
            </a:r>
            <a:endParaRPr lang="en-US" sz="1425" dirty="0"/>
          </a:p>
        </p:txBody>
      </p:sp>
      <p:sp>
        <p:nvSpPr>
          <p:cNvPr id="21" name="Shape 18"/>
          <p:cNvSpPr/>
          <p:nvPr/>
        </p:nvSpPr>
        <p:spPr>
          <a:xfrm>
            <a:off x="6451550" y="5715000"/>
            <a:ext cx="5384825" cy="9525"/>
          </a:xfrm>
          <a:prstGeom prst="rect">
            <a:avLst/>
          </a:prstGeom>
          <a:solidFill>
            <a:srgbClr val="D5D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451550" y="5934075"/>
            <a:ext cx="5923307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187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Encrypted end to end</a:t>
            </a:r>
            <a:endParaRPr lang="en-US" sz="1875" dirty="0"/>
          </a:p>
        </p:txBody>
      </p:sp>
      <p:sp>
        <p:nvSpPr>
          <p:cNvPr id="23" name="Text 20"/>
          <p:cNvSpPr/>
          <p:nvPr/>
        </p:nvSpPr>
        <p:spPr>
          <a:xfrm>
            <a:off x="6451550" y="6326981"/>
            <a:ext cx="5923307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783"/>
              </a:lnSpc>
              <a:buNone/>
            </a:pPr>
            <a:r>
              <a:rPr lang="en-US" sz="14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TLS 1.2+ in transit, AES-256 at rest — for everything.</a:t>
            </a:r>
            <a:endParaRPr lang="en-US" sz="1425" dirty="0"/>
          </a:p>
        </p:txBody>
      </p:sp>
      <p:sp>
        <p:nvSpPr>
          <p:cNvPr id="24" name="Shape 21"/>
          <p:cNvSpPr/>
          <p:nvPr/>
        </p:nvSpPr>
        <p:spPr>
          <a:xfrm>
            <a:off x="12217375" y="5715000"/>
            <a:ext cx="5384750" cy="9525"/>
          </a:xfrm>
          <a:prstGeom prst="rect">
            <a:avLst/>
          </a:prstGeom>
          <a:solidFill>
            <a:srgbClr val="D5D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2217375" y="5934075"/>
            <a:ext cx="5923225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187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control</a:t>
            </a:r>
            <a:endParaRPr lang="en-US" sz="1875" dirty="0"/>
          </a:p>
        </p:txBody>
      </p:sp>
      <p:sp>
        <p:nvSpPr>
          <p:cNvPr id="26" name="Text 23"/>
          <p:cNvSpPr/>
          <p:nvPr/>
        </p:nvSpPr>
        <p:spPr>
          <a:xfrm>
            <a:off x="12217375" y="6326981"/>
            <a:ext cx="5923225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783"/>
              </a:lnSpc>
              <a:buNone/>
            </a:pPr>
            <a:r>
              <a:rPr lang="en-US" sz="14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SSO, MFA, role-based access and least privilege as standard.</a:t>
            </a:r>
            <a:endParaRPr lang="en-US" sz="1425" dirty="0"/>
          </a:p>
        </p:txBody>
      </p:sp>
      <p:sp>
        <p:nvSpPr>
          <p:cNvPr id="27" name="Shape 24"/>
          <p:cNvSpPr/>
          <p:nvPr/>
        </p:nvSpPr>
        <p:spPr>
          <a:xfrm>
            <a:off x="685800" y="7175599"/>
            <a:ext cx="5384750" cy="9525"/>
          </a:xfrm>
          <a:prstGeom prst="rect">
            <a:avLst/>
          </a:prstGeom>
          <a:solidFill>
            <a:srgbClr val="D5D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85800" y="7394674"/>
            <a:ext cx="5923225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187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model training</a:t>
            </a:r>
            <a:endParaRPr lang="en-US" sz="1875" dirty="0"/>
          </a:p>
        </p:txBody>
      </p:sp>
      <p:sp>
        <p:nvSpPr>
          <p:cNvPr id="29" name="Text 26"/>
          <p:cNvSpPr/>
          <p:nvPr/>
        </p:nvSpPr>
        <p:spPr>
          <a:xfrm>
            <a:off x="685800" y="7787580"/>
            <a:ext cx="5546293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783"/>
              </a:lnSpc>
              <a:buNone/>
            </a:pPr>
            <a:r>
              <a:rPr lang="en-US" sz="14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prompts and documents are never used for model training.</a:t>
            </a:r>
            <a:endParaRPr lang="en-US" sz="1425" dirty="0"/>
          </a:p>
        </p:txBody>
      </p:sp>
      <p:sp>
        <p:nvSpPr>
          <p:cNvPr id="30" name="Shape 27"/>
          <p:cNvSpPr/>
          <p:nvPr/>
        </p:nvSpPr>
        <p:spPr>
          <a:xfrm>
            <a:off x="6451550" y="7175599"/>
            <a:ext cx="5384825" cy="9525"/>
          </a:xfrm>
          <a:prstGeom prst="rect">
            <a:avLst/>
          </a:prstGeom>
          <a:solidFill>
            <a:srgbClr val="D5D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451550" y="7394674"/>
            <a:ext cx="5923307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187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Isolation &amp; audit trail</a:t>
            </a:r>
            <a:endParaRPr lang="en-US" sz="1875" dirty="0"/>
          </a:p>
        </p:txBody>
      </p:sp>
      <p:sp>
        <p:nvSpPr>
          <p:cNvPr id="32" name="Text 29"/>
          <p:cNvSpPr/>
          <p:nvPr/>
        </p:nvSpPr>
        <p:spPr>
          <a:xfrm>
            <a:off x="6451550" y="7787580"/>
            <a:ext cx="5546370" cy="562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783"/>
              </a:lnSpc>
              <a:buNone/>
            </a:pPr>
            <a:r>
              <a:rPr lang="en-US" sz="14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Separation per client, dedicated environments, complete audit trail.</a:t>
            </a:r>
            <a:endParaRPr lang="en-US" sz="1425" dirty="0"/>
          </a:p>
        </p:txBody>
      </p:sp>
      <p:sp>
        <p:nvSpPr>
          <p:cNvPr id="33" name="Shape 30"/>
          <p:cNvSpPr/>
          <p:nvPr/>
        </p:nvSpPr>
        <p:spPr>
          <a:xfrm>
            <a:off x="12217375" y="7175599"/>
            <a:ext cx="5384750" cy="9525"/>
          </a:xfrm>
          <a:prstGeom prst="rect">
            <a:avLst/>
          </a:prstGeom>
          <a:solidFill>
            <a:srgbClr val="D5D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12217375" y="7394674"/>
            <a:ext cx="5923225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167"/>
              </a:lnSpc>
              <a:buNone/>
            </a:pPr>
            <a:r>
              <a:rPr lang="en-US" sz="187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in the approval</a:t>
            </a:r>
            <a:endParaRPr lang="en-US" sz="1875" dirty="0"/>
          </a:p>
        </p:txBody>
      </p:sp>
      <p:sp>
        <p:nvSpPr>
          <p:cNvPr id="35" name="Text 32"/>
          <p:cNvSpPr/>
          <p:nvPr/>
        </p:nvSpPr>
        <p:spPr>
          <a:xfrm>
            <a:off x="12217375" y="7787580"/>
            <a:ext cx="5923225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783"/>
              </a:lnSpc>
              <a:buNone/>
            </a:pPr>
            <a:r>
              <a:rPr lang="en-US" sz="14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Versioned changes and human approval before go-live.</a:t>
            </a:r>
            <a:endParaRPr lang="en-US" sz="1425" dirty="0"/>
          </a:p>
        </p:txBody>
      </p:sp>
      <p:sp>
        <p:nvSpPr>
          <p:cNvPr id="36" name="Text 33"/>
          <p:cNvSpPr/>
          <p:nvPr/>
        </p:nvSpPr>
        <p:spPr>
          <a:xfrm>
            <a:off x="685800" y="9525000"/>
            <a:ext cx="671272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SOLUTIONS GROUP · BOREKSOLUTIONS.DE</a:t>
            </a:r>
            <a:endParaRPr lang="en-US" sz="1125" dirty="0"/>
          </a:p>
        </p:txBody>
      </p:sp>
      <p:sp>
        <p:nvSpPr>
          <p:cNvPr id="37" name="Text 34"/>
          <p:cNvSpPr/>
          <p:nvPr/>
        </p:nvSpPr>
        <p:spPr>
          <a:xfrm>
            <a:off x="16945868" y="9525000"/>
            <a:ext cx="73253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/ 26</a:t>
            </a:r>
            <a:endParaRPr lang="en-US" sz="11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5200" y="1019175"/>
            <a:ext cx="2667000" cy="6236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133475"/>
            <a:ext cx="2431926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63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MODEL FITS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685800" y="1428750"/>
            <a:ext cx="12753975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034"/>
              </a:lnSpc>
              <a:buNone/>
            </a:pPr>
            <a:r>
              <a:rPr lang="en-US" sz="4500" kern="0" spc="-9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people, same standards — a different commercial frame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685800" y="3464198"/>
            <a:ext cx="2476500" cy="19050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3390900" y="3445148"/>
            <a:ext cx="4584650" cy="38100"/>
          </a:xfrm>
          <a:prstGeom prst="rect">
            <a:avLst/>
          </a:prstGeom>
          <a:solidFill>
            <a:srgbClr val="124F9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390900" y="3009900"/>
            <a:ext cx="4722190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24F9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AI Suite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8204150" y="3445148"/>
            <a:ext cx="4584725" cy="38100"/>
          </a:xfrm>
          <a:prstGeom prst="rect">
            <a:avLst/>
          </a:prstGeom>
          <a:solidFill>
            <a:srgbClr val="02A69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204150" y="3009900"/>
            <a:ext cx="4722267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02A6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AI Projects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13017475" y="3445148"/>
            <a:ext cx="4584725" cy="38100"/>
          </a:xfrm>
          <a:prstGeom prst="rect">
            <a:avLst/>
          </a:prstGeom>
          <a:solidFill>
            <a:srgbClr val="DD3D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3017475" y="3009900"/>
            <a:ext cx="4722267" cy="320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DD3D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AI Department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685800" y="4058022"/>
            <a:ext cx="247650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85800" y="3635648"/>
            <a:ext cx="2552700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050" b="1" kern="0" spc="1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 BUY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90900" y="4058022"/>
            <a:ext cx="45846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390900" y="3635648"/>
            <a:ext cx="4722190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575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finished product</a:t>
            </a:r>
            <a:endParaRPr lang="en-US" sz="1575" dirty="0"/>
          </a:p>
        </p:txBody>
      </p:sp>
      <p:sp>
        <p:nvSpPr>
          <p:cNvPr id="16" name="Shape 13"/>
          <p:cNvSpPr/>
          <p:nvPr/>
        </p:nvSpPr>
        <p:spPr>
          <a:xfrm>
            <a:off x="8204150" y="4058022"/>
            <a:ext cx="4584725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204150" y="3635648"/>
            <a:ext cx="4722267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575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result — a finished solution</a:t>
            </a:r>
            <a:endParaRPr lang="en-US" sz="1575" dirty="0"/>
          </a:p>
        </p:txBody>
      </p:sp>
      <p:sp>
        <p:nvSpPr>
          <p:cNvPr id="18" name="Shape 15"/>
          <p:cNvSpPr/>
          <p:nvPr/>
        </p:nvSpPr>
        <p:spPr>
          <a:xfrm>
            <a:off x="13017475" y="4058022"/>
            <a:ext cx="4584725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13017475" y="3635648"/>
            <a:ext cx="4722267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575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 — a team of your own</a:t>
            </a:r>
            <a:endParaRPr lang="en-US" sz="1575" dirty="0"/>
          </a:p>
        </p:txBody>
      </p:sp>
      <p:sp>
        <p:nvSpPr>
          <p:cNvPr id="20" name="Shape 17"/>
          <p:cNvSpPr/>
          <p:nvPr/>
        </p:nvSpPr>
        <p:spPr>
          <a:xfrm>
            <a:off x="685800" y="4642321"/>
            <a:ext cx="247650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85800" y="4219947"/>
            <a:ext cx="2552700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050" b="1" kern="0" spc="1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BILLING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390900" y="4642321"/>
            <a:ext cx="45846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390900" y="4219947"/>
            <a:ext cx="4722190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575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 + setup fee</a:t>
            </a:r>
            <a:endParaRPr lang="en-US" sz="1575" dirty="0"/>
          </a:p>
        </p:txBody>
      </p:sp>
      <p:sp>
        <p:nvSpPr>
          <p:cNvPr id="24" name="Shape 21"/>
          <p:cNvSpPr/>
          <p:nvPr/>
        </p:nvSpPr>
        <p:spPr>
          <a:xfrm>
            <a:off x="8204150" y="4642321"/>
            <a:ext cx="4584725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204150" y="4219947"/>
            <a:ext cx="4722267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575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price per project</a:t>
            </a:r>
            <a:endParaRPr lang="en-US" sz="1575" dirty="0"/>
          </a:p>
        </p:txBody>
      </p:sp>
      <p:sp>
        <p:nvSpPr>
          <p:cNvPr id="26" name="Shape 23"/>
          <p:cNvSpPr/>
          <p:nvPr/>
        </p:nvSpPr>
        <p:spPr>
          <a:xfrm>
            <a:off x="13017475" y="4642321"/>
            <a:ext cx="4584725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13017475" y="4219947"/>
            <a:ext cx="4722267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575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rate per profile</a:t>
            </a:r>
            <a:endParaRPr lang="en-US" sz="1575" dirty="0"/>
          </a:p>
        </p:txBody>
      </p:sp>
      <p:sp>
        <p:nvSpPr>
          <p:cNvPr id="28" name="Shape 25"/>
          <p:cNvSpPr/>
          <p:nvPr/>
        </p:nvSpPr>
        <p:spPr>
          <a:xfrm>
            <a:off x="685800" y="5226621"/>
            <a:ext cx="247650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85800" y="4804246"/>
            <a:ext cx="2552700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050" b="1" kern="0" spc="1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ENTRY PRICE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390900" y="5226621"/>
            <a:ext cx="45846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3390900" y="4804246"/>
            <a:ext cx="4722190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57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€500 – €1,500 / month</a:t>
            </a:r>
            <a:endParaRPr lang="en-US" sz="1575" dirty="0"/>
          </a:p>
        </p:txBody>
      </p:sp>
      <p:sp>
        <p:nvSpPr>
          <p:cNvPr id="32" name="Shape 29"/>
          <p:cNvSpPr/>
          <p:nvPr/>
        </p:nvSpPr>
        <p:spPr>
          <a:xfrm>
            <a:off x="8204150" y="5226621"/>
            <a:ext cx="4584725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8204150" y="4804246"/>
            <a:ext cx="4722267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57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€20,000 (Tier 1)</a:t>
            </a:r>
            <a:endParaRPr lang="en-US" sz="1575" dirty="0"/>
          </a:p>
        </p:txBody>
      </p:sp>
      <p:sp>
        <p:nvSpPr>
          <p:cNvPr id="34" name="Shape 31"/>
          <p:cNvSpPr/>
          <p:nvPr/>
        </p:nvSpPr>
        <p:spPr>
          <a:xfrm>
            <a:off x="13017475" y="5226621"/>
            <a:ext cx="4584725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13017475" y="4804246"/>
            <a:ext cx="4722267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57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€8,600 / month (2 Junior + PM)</a:t>
            </a:r>
            <a:endParaRPr lang="en-US" sz="1575" dirty="0"/>
          </a:p>
        </p:txBody>
      </p:sp>
      <p:sp>
        <p:nvSpPr>
          <p:cNvPr id="36" name="Shape 33"/>
          <p:cNvSpPr/>
          <p:nvPr/>
        </p:nvSpPr>
        <p:spPr>
          <a:xfrm>
            <a:off x="685800" y="5810920"/>
            <a:ext cx="247650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685800" y="5388546"/>
            <a:ext cx="2552700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050" b="1" kern="0" spc="1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RISK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3390900" y="5810920"/>
            <a:ext cx="45846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3390900" y="5388546"/>
            <a:ext cx="4722190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575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is finished</a:t>
            </a:r>
            <a:endParaRPr lang="en-US" sz="1575" dirty="0"/>
          </a:p>
        </p:txBody>
      </p:sp>
      <p:sp>
        <p:nvSpPr>
          <p:cNvPr id="40" name="Shape 37"/>
          <p:cNvSpPr/>
          <p:nvPr/>
        </p:nvSpPr>
        <p:spPr>
          <a:xfrm>
            <a:off x="8204150" y="5810920"/>
            <a:ext cx="4584725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8204150" y="5388546"/>
            <a:ext cx="4722267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575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Entirely with us</a:t>
            </a:r>
            <a:endParaRPr lang="en-US" sz="1575" dirty="0"/>
          </a:p>
        </p:txBody>
      </p:sp>
      <p:sp>
        <p:nvSpPr>
          <p:cNvPr id="42" name="Shape 39"/>
          <p:cNvSpPr/>
          <p:nvPr/>
        </p:nvSpPr>
        <p:spPr>
          <a:xfrm>
            <a:off x="13017475" y="5810920"/>
            <a:ext cx="4584725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13017475" y="5388546"/>
            <a:ext cx="4722267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575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</a:t>
            </a:r>
            <a:endParaRPr lang="en-US" sz="1575" dirty="0"/>
          </a:p>
        </p:txBody>
      </p:sp>
      <p:sp>
        <p:nvSpPr>
          <p:cNvPr id="44" name="Shape 41"/>
          <p:cNvSpPr/>
          <p:nvPr/>
        </p:nvSpPr>
        <p:spPr>
          <a:xfrm>
            <a:off x="685800" y="6395219"/>
            <a:ext cx="247650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685800" y="5972845"/>
            <a:ext cx="2552700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050" b="1" kern="0" spc="1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TYPICAL DURATION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3390900" y="6395219"/>
            <a:ext cx="45846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3390900" y="5972845"/>
            <a:ext cx="4722190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575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Ongoing subscription</a:t>
            </a:r>
            <a:endParaRPr lang="en-US" sz="1575" dirty="0"/>
          </a:p>
        </p:txBody>
      </p:sp>
      <p:sp>
        <p:nvSpPr>
          <p:cNvPr id="48" name="Shape 45"/>
          <p:cNvSpPr/>
          <p:nvPr/>
        </p:nvSpPr>
        <p:spPr>
          <a:xfrm>
            <a:off x="8204150" y="6395219"/>
            <a:ext cx="4584725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8204150" y="5972845"/>
            <a:ext cx="4722267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575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to 12+ months per project</a:t>
            </a:r>
            <a:endParaRPr lang="en-US" sz="1575" dirty="0"/>
          </a:p>
        </p:txBody>
      </p:sp>
      <p:sp>
        <p:nvSpPr>
          <p:cNvPr id="50" name="Shape 47"/>
          <p:cNvSpPr/>
          <p:nvPr/>
        </p:nvSpPr>
        <p:spPr>
          <a:xfrm>
            <a:off x="13017475" y="6395219"/>
            <a:ext cx="4584725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13017475" y="5972845"/>
            <a:ext cx="4722267" cy="3080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575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Ongoing, 3 months' notice</a:t>
            </a:r>
            <a:endParaRPr lang="en-US" sz="1575" dirty="0"/>
          </a:p>
        </p:txBody>
      </p:sp>
      <p:sp>
        <p:nvSpPr>
          <p:cNvPr id="52" name="Shape 49"/>
          <p:cNvSpPr/>
          <p:nvPr/>
        </p:nvSpPr>
        <p:spPr>
          <a:xfrm>
            <a:off x="685800" y="7249492"/>
            <a:ext cx="247650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0"/>
          <p:cNvSpPr/>
          <p:nvPr/>
        </p:nvSpPr>
        <p:spPr>
          <a:xfrm>
            <a:off x="685800" y="6557144"/>
            <a:ext cx="2552700" cy="578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050" b="1" kern="0" spc="1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FITS IF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3390900" y="7249492"/>
            <a:ext cx="45846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2"/>
          <p:cNvSpPr/>
          <p:nvPr/>
        </p:nvSpPr>
        <p:spPr>
          <a:xfrm>
            <a:off x="3390900" y="6557144"/>
            <a:ext cx="4722190" cy="578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57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want to make potential and steering visible across the whole company</a:t>
            </a:r>
            <a:endParaRPr lang="en-US" sz="1575" dirty="0"/>
          </a:p>
        </p:txBody>
      </p:sp>
      <p:sp>
        <p:nvSpPr>
          <p:cNvPr id="56" name="Shape 53"/>
          <p:cNvSpPr/>
          <p:nvPr/>
        </p:nvSpPr>
        <p:spPr>
          <a:xfrm>
            <a:off x="8204150" y="7249492"/>
            <a:ext cx="4584725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4"/>
          <p:cNvSpPr/>
          <p:nvPr/>
        </p:nvSpPr>
        <p:spPr>
          <a:xfrm>
            <a:off x="8204150" y="6557144"/>
            <a:ext cx="4722267" cy="578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57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have a clearly defined problem and want to start with low risk</a:t>
            </a:r>
            <a:endParaRPr lang="en-US" sz="1575" dirty="0"/>
          </a:p>
        </p:txBody>
      </p:sp>
      <p:sp>
        <p:nvSpPr>
          <p:cNvPr id="58" name="Shape 55"/>
          <p:cNvSpPr/>
          <p:nvPr/>
        </p:nvSpPr>
        <p:spPr>
          <a:xfrm>
            <a:off x="13017475" y="7249492"/>
            <a:ext cx="4584725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13017475" y="6557144"/>
            <a:ext cx="4722267" cy="578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57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have ongoing demand — around four projects a year or more</a:t>
            </a:r>
            <a:endParaRPr lang="en-US" sz="1575" dirty="0"/>
          </a:p>
        </p:txBody>
      </p:sp>
      <p:sp>
        <p:nvSpPr>
          <p:cNvPr id="60" name="Text 57"/>
          <p:cNvSpPr/>
          <p:nvPr/>
        </p:nvSpPr>
        <p:spPr>
          <a:xfrm>
            <a:off x="685800" y="7411417"/>
            <a:ext cx="2552700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050" b="1" kern="0" spc="1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AVAILABILITY</a:t>
            </a:r>
            <a:endParaRPr lang="en-US" sz="1050" dirty="0"/>
          </a:p>
        </p:txBody>
      </p:sp>
      <p:sp>
        <p:nvSpPr>
          <p:cNvPr id="61" name="Shape 58"/>
          <p:cNvSpPr/>
          <p:nvPr/>
        </p:nvSpPr>
        <p:spPr>
          <a:xfrm>
            <a:off x="3390900" y="7425705"/>
            <a:ext cx="1414686" cy="294308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3524250" y="7482855"/>
            <a:ext cx="1224186" cy="218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050" b="1" kern="0" spc="113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COMING SOON</a:t>
            </a:r>
            <a:endParaRPr lang="en-US" sz="1050" dirty="0"/>
          </a:p>
        </p:txBody>
      </p:sp>
      <p:sp>
        <p:nvSpPr>
          <p:cNvPr id="63" name="Shape 60"/>
          <p:cNvSpPr/>
          <p:nvPr/>
        </p:nvSpPr>
        <p:spPr>
          <a:xfrm>
            <a:off x="8204150" y="7425705"/>
            <a:ext cx="1558230" cy="294308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8337500" y="7482855"/>
            <a:ext cx="1367730" cy="218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050" b="1" kern="0" spc="11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AVAILABLE NOW</a:t>
            </a:r>
            <a:endParaRPr lang="en-US" sz="1050" dirty="0"/>
          </a:p>
        </p:txBody>
      </p:sp>
      <p:sp>
        <p:nvSpPr>
          <p:cNvPr id="65" name="Shape 62"/>
          <p:cNvSpPr/>
          <p:nvPr/>
        </p:nvSpPr>
        <p:spPr>
          <a:xfrm>
            <a:off x="13017475" y="7425705"/>
            <a:ext cx="1558230" cy="294308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13150825" y="7482855"/>
            <a:ext cx="1367730" cy="2181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1176"/>
              </a:lnSpc>
              <a:buNone/>
            </a:pPr>
            <a:r>
              <a:rPr lang="en-US" sz="1050" b="1" kern="0" spc="11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AVAILABLE NOW</a:t>
            </a:r>
            <a:endParaRPr lang="en-US" sz="1050" dirty="0"/>
          </a:p>
        </p:txBody>
      </p:sp>
      <p:sp>
        <p:nvSpPr>
          <p:cNvPr id="67" name="Text 64"/>
          <p:cNvSpPr/>
          <p:nvPr/>
        </p:nvSpPr>
        <p:spPr>
          <a:xfrm>
            <a:off x="685800" y="8572500"/>
            <a:ext cx="16764000" cy="344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2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sure? Start with a fixed-price project — 50 % money back if the result doesn't convince.</a:t>
            </a:r>
            <a:endParaRPr lang="en-US" sz="1725" dirty="0"/>
          </a:p>
        </p:txBody>
      </p:sp>
      <p:sp>
        <p:nvSpPr>
          <p:cNvPr id="68" name="Text 65"/>
          <p:cNvSpPr/>
          <p:nvPr/>
        </p:nvSpPr>
        <p:spPr>
          <a:xfrm>
            <a:off x="685800" y="9525000"/>
            <a:ext cx="671272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SOLUTIONS GROUP · BOREKSOLUTIONS.DE</a:t>
            </a:r>
            <a:endParaRPr lang="en-US" sz="1125" dirty="0"/>
          </a:p>
        </p:txBody>
      </p:sp>
      <p:sp>
        <p:nvSpPr>
          <p:cNvPr id="69" name="Text 66"/>
          <p:cNvSpPr/>
          <p:nvPr/>
        </p:nvSpPr>
        <p:spPr>
          <a:xfrm>
            <a:off x="16944008" y="9525000"/>
            <a:ext cx="73439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/ 26</a:t>
            </a:r>
            <a:endParaRPr lang="en-US" sz="11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5200" y="1019175"/>
            <a:ext cx="2667000" cy="62366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133475"/>
            <a:ext cx="101180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kern="0" spc="263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685800" y="1428750"/>
            <a:ext cx="16344900" cy="666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1034"/>
              </a:lnSpc>
              <a:buNone/>
            </a:pPr>
            <a:r>
              <a:rPr lang="en-US" sz="4500" kern="0" spc="-90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rate card, one tier table. That is the entire price list.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685800" y="2381250"/>
            <a:ext cx="15716250" cy="3280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412"/>
              </a:lnSpc>
              <a:buNone/>
            </a:pPr>
            <a:r>
              <a:rPr lang="en-US" sz="157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figures are indicative pricing — the final quote depends on scope, integrations and team composition.</a:t>
            </a:r>
            <a:endParaRPr lang="en-US" sz="1575" dirty="0"/>
          </a:p>
        </p:txBody>
      </p:sp>
      <p:sp>
        <p:nvSpPr>
          <p:cNvPr id="6" name="Text 3"/>
          <p:cNvSpPr/>
          <p:nvPr/>
        </p:nvSpPr>
        <p:spPr>
          <a:xfrm>
            <a:off x="685800" y="3048000"/>
            <a:ext cx="83820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188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AI TEAM — MONTHLY RATE PER PROFILE</a:t>
            </a:r>
            <a:endParaRPr lang="en-US" sz="1125" dirty="0"/>
          </a:p>
        </p:txBody>
      </p:sp>
      <p:sp>
        <p:nvSpPr>
          <p:cNvPr id="7" name="Shape 4"/>
          <p:cNvSpPr/>
          <p:nvPr/>
        </p:nvSpPr>
        <p:spPr>
          <a:xfrm>
            <a:off x="685800" y="3748534"/>
            <a:ext cx="2190750" cy="19050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85800" y="3486150"/>
            <a:ext cx="2266950" cy="20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975" b="1" kern="0" spc="1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</a:t>
            </a:r>
            <a:endParaRPr lang="en-US" sz="975" dirty="0"/>
          </a:p>
        </p:txBody>
      </p:sp>
      <p:sp>
        <p:nvSpPr>
          <p:cNvPr id="9" name="Shape 6"/>
          <p:cNvSpPr/>
          <p:nvPr/>
        </p:nvSpPr>
        <p:spPr>
          <a:xfrm>
            <a:off x="3067050" y="3748534"/>
            <a:ext cx="3619500" cy="19050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067050" y="3486150"/>
            <a:ext cx="3728085" cy="20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975" b="1" kern="0" spc="1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PROFILE DELIVERS</a:t>
            </a:r>
            <a:endParaRPr lang="en-US" sz="975" dirty="0"/>
          </a:p>
        </p:txBody>
      </p:sp>
      <p:sp>
        <p:nvSpPr>
          <p:cNvPr id="11" name="Shape 8"/>
          <p:cNvSpPr/>
          <p:nvPr/>
        </p:nvSpPr>
        <p:spPr>
          <a:xfrm>
            <a:off x="6877050" y="3748534"/>
            <a:ext cx="1428750" cy="19050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800850" y="3486150"/>
            <a:ext cx="1504950" cy="20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13226"/>
              </a:lnSpc>
              <a:buNone/>
            </a:pPr>
            <a:r>
              <a:rPr lang="en-US" sz="975" b="1" kern="0" spc="1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 / MONTH</a:t>
            </a:r>
            <a:endParaRPr lang="en-US" sz="975" dirty="0"/>
          </a:p>
        </p:txBody>
      </p:sp>
      <p:sp>
        <p:nvSpPr>
          <p:cNvPr id="13" name="Shape 10"/>
          <p:cNvSpPr/>
          <p:nvPr/>
        </p:nvSpPr>
        <p:spPr>
          <a:xfrm>
            <a:off x="685800" y="4522887"/>
            <a:ext cx="21907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85800" y="3900934"/>
            <a:ext cx="2266950" cy="52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522"/>
              </a:lnSpc>
              <a:buNone/>
            </a:pPr>
            <a:r>
              <a:rPr lang="en-US" sz="142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Developer · Junior</a:t>
            </a:r>
            <a:endParaRPr lang="en-US" sz="1425" dirty="0"/>
          </a:p>
        </p:txBody>
      </p:sp>
      <p:sp>
        <p:nvSpPr>
          <p:cNvPr id="15" name="Shape 12"/>
          <p:cNvSpPr/>
          <p:nvPr/>
        </p:nvSpPr>
        <p:spPr>
          <a:xfrm>
            <a:off x="3067050" y="4522887"/>
            <a:ext cx="361950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067050" y="3900934"/>
            <a:ext cx="3728085" cy="52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522"/>
              </a:lnSpc>
              <a:buNone/>
            </a:pPr>
            <a:r>
              <a:rPr lang="en-US" sz="14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Trained in the hub, 0–2 years, works under senior supervision</a:t>
            </a:r>
            <a:endParaRPr lang="en-US" sz="1425" dirty="0"/>
          </a:p>
        </p:txBody>
      </p:sp>
      <p:sp>
        <p:nvSpPr>
          <p:cNvPr id="17" name="Shape 14"/>
          <p:cNvSpPr/>
          <p:nvPr/>
        </p:nvSpPr>
        <p:spPr>
          <a:xfrm>
            <a:off x="6877050" y="4522887"/>
            <a:ext cx="14287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800850" y="3900934"/>
            <a:ext cx="1504950" cy="52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522"/>
              </a:lnSpc>
              <a:buNone/>
            </a:pPr>
            <a:r>
              <a:rPr lang="en-US" sz="142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€3,800</a:t>
            </a:r>
            <a:endParaRPr lang="en-US" sz="1425" dirty="0"/>
          </a:p>
        </p:txBody>
      </p:sp>
      <p:sp>
        <p:nvSpPr>
          <p:cNvPr id="19" name="Shape 16"/>
          <p:cNvSpPr/>
          <p:nvPr/>
        </p:nvSpPr>
        <p:spPr>
          <a:xfrm>
            <a:off x="685800" y="5287714"/>
            <a:ext cx="21907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85800" y="4665762"/>
            <a:ext cx="2266950" cy="52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522"/>
              </a:lnSpc>
              <a:buNone/>
            </a:pPr>
            <a:r>
              <a:rPr lang="en-US" sz="142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Developer · Mid-level</a:t>
            </a:r>
            <a:endParaRPr lang="en-US" sz="1425" dirty="0"/>
          </a:p>
        </p:txBody>
      </p:sp>
      <p:sp>
        <p:nvSpPr>
          <p:cNvPr id="21" name="Shape 18"/>
          <p:cNvSpPr/>
          <p:nvPr/>
        </p:nvSpPr>
        <p:spPr>
          <a:xfrm>
            <a:off x="3067050" y="5287714"/>
            <a:ext cx="361950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067050" y="4665762"/>
            <a:ext cx="3728085" cy="52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522"/>
              </a:lnSpc>
              <a:buNone/>
            </a:pPr>
            <a:r>
              <a:rPr lang="en-US" sz="14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Delivers AI workstreams independently — agents and process automation</a:t>
            </a:r>
            <a:endParaRPr lang="en-US" sz="1425" dirty="0"/>
          </a:p>
        </p:txBody>
      </p:sp>
      <p:sp>
        <p:nvSpPr>
          <p:cNvPr id="23" name="Shape 20"/>
          <p:cNvSpPr/>
          <p:nvPr/>
        </p:nvSpPr>
        <p:spPr>
          <a:xfrm>
            <a:off x="6877050" y="5287714"/>
            <a:ext cx="14287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800850" y="4665762"/>
            <a:ext cx="1504950" cy="52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522"/>
              </a:lnSpc>
              <a:buNone/>
            </a:pPr>
            <a:r>
              <a:rPr lang="en-US" sz="142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€5,500</a:t>
            </a:r>
            <a:endParaRPr lang="en-US" sz="1425" dirty="0"/>
          </a:p>
        </p:txBody>
      </p:sp>
      <p:sp>
        <p:nvSpPr>
          <p:cNvPr id="25" name="Shape 22"/>
          <p:cNvSpPr/>
          <p:nvPr/>
        </p:nvSpPr>
        <p:spPr>
          <a:xfrm>
            <a:off x="685800" y="6052542"/>
            <a:ext cx="21907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85800" y="5430589"/>
            <a:ext cx="2266950" cy="52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522"/>
              </a:lnSpc>
              <a:buNone/>
            </a:pPr>
            <a:r>
              <a:rPr lang="en-US" sz="142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Developer · Senior-level</a:t>
            </a:r>
            <a:endParaRPr lang="en-US" sz="1425" dirty="0"/>
          </a:p>
        </p:txBody>
      </p:sp>
      <p:sp>
        <p:nvSpPr>
          <p:cNvPr id="27" name="Shape 24"/>
          <p:cNvSpPr/>
          <p:nvPr/>
        </p:nvSpPr>
        <p:spPr>
          <a:xfrm>
            <a:off x="3067050" y="6052542"/>
            <a:ext cx="361950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3067050" y="5430589"/>
            <a:ext cx="3728085" cy="52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522"/>
              </a:lnSpc>
              <a:buNone/>
            </a:pPr>
            <a:r>
              <a:rPr lang="en-US" sz="14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 workstreams, leads juniors, sets the technical direction</a:t>
            </a:r>
            <a:endParaRPr lang="en-US" sz="1425" dirty="0"/>
          </a:p>
        </p:txBody>
      </p:sp>
      <p:sp>
        <p:nvSpPr>
          <p:cNvPr id="29" name="Shape 26"/>
          <p:cNvSpPr/>
          <p:nvPr/>
        </p:nvSpPr>
        <p:spPr>
          <a:xfrm>
            <a:off x="6877050" y="6052542"/>
            <a:ext cx="14287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800850" y="5430589"/>
            <a:ext cx="1504950" cy="52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522"/>
              </a:lnSpc>
              <a:buNone/>
            </a:pPr>
            <a:r>
              <a:rPr lang="en-US" sz="142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€7,100</a:t>
            </a:r>
            <a:endParaRPr lang="en-US" sz="1425" dirty="0"/>
          </a:p>
        </p:txBody>
      </p:sp>
      <p:sp>
        <p:nvSpPr>
          <p:cNvPr id="31" name="Text 28"/>
          <p:cNvSpPr/>
          <p:nvPr/>
        </p:nvSpPr>
        <p:spPr>
          <a:xfrm>
            <a:off x="685800" y="6195417"/>
            <a:ext cx="2266950" cy="52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522"/>
              </a:lnSpc>
              <a:buNone/>
            </a:pPr>
            <a:r>
              <a:rPr lang="en-US" sz="142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PM flat fee</a:t>
            </a:r>
            <a:endParaRPr lang="en-US" sz="1425" dirty="0"/>
          </a:p>
        </p:txBody>
      </p:sp>
      <p:sp>
        <p:nvSpPr>
          <p:cNvPr id="32" name="Text 29"/>
          <p:cNvSpPr/>
          <p:nvPr/>
        </p:nvSpPr>
        <p:spPr>
          <a:xfrm>
            <a:off x="3067050" y="6195417"/>
            <a:ext cx="3728085" cy="52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522"/>
              </a:lnSpc>
              <a:buNone/>
            </a:pPr>
            <a:r>
              <a:rPr lang="en-US" sz="1425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contact, delivery quality and team steering</a:t>
            </a:r>
            <a:endParaRPr lang="en-US" sz="1425" dirty="0"/>
          </a:p>
        </p:txBody>
      </p:sp>
      <p:sp>
        <p:nvSpPr>
          <p:cNvPr id="33" name="Text 30"/>
          <p:cNvSpPr/>
          <p:nvPr/>
        </p:nvSpPr>
        <p:spPr>
          <a:xfrm>
            <a:off x="6800850" y="6195417"/>
            <a:ext cx="1504950" cy="5267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11522"/>
              </a:lnSpc>
              <a:buNone/>
            </a:pPr>
            <a:r>
              <a:rPr lang="en-US" sz="1425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€1,000 – 2,000</a:t>
            </a:r>
            <a:endParaRPr lang="en-US" sz="1425" dirty="0"/>
          </a:p>
        </p:txBody>
      </p:sp>
      <p:sp>
        <p:nvSpPr>
          <p:cNvPr id="34" name="Text 31"/>
          <p:cNvSpPr/>
          <p:nvPr/>
        </p:nvSpPr>
        <p:spPr>
          <a:xfrm>
            <a:off x="8953500" y="3048000"/>
            <a:ext cx="95135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b="1" kern="0" spc="188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PRODUCT DELIVERY — FIXED PRICE PER TIER</a:t>
            </a:r>
            <a:endParaRPr lang="en-US" sz="1125" dirty="0"/>
          </a:p>
        </p:txBody>
      </p:sp>
      <p:sp>
        <p:nvSpPr>
          <p:cNvPr id="35" name="Shape 32"/>
          <p:cNvSpPr/>
          <p:nvPr/>
        </p:nvSpPr>
        <p:spPr>
          <a:xfrm>
            <a:off x="8953500" y="3748534"/>
            <a:ext cx="1619250" cy="19050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8953500" y="3486150"/>
            <a:ext cx="1695450" cy="20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975" b="1" kern="0" spc="1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</a:t>
            </a:r>
            <a:endParaRPr lang="en-US" sz="975" dirty="0"/>
          </a:p>
        </p:txBody>
      </p:sp>
      <p:sp>
        <p:nvSpPr>
          <p:cNvPr id="37" name="Shape 34"/>
          <p:cNvSpPr/>
          <p:nvPr/>
        </p:nvSpPr>
        <p:spPr>
          <a:xfrm>
            <a:off x="10725150" y="3748534"/>
            <a:ext cx="1428750" cy="19050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10725150" y="3486150"/>
            <a:ext cx="1504950" cy="20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975" b="1" kern="0" spc="1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STAFFING</a:t>
            </a:r>
            <a:endParaRPr lang="en-US" sz="975" dirty="0"/>
          </a:p>
        </p:txBody>
      </p:sp>
      <p:sp>
        <p:nvSpPr>
          <p:cNvPr id="39" name="Shape 36"/>
          <p:cNvSpPr/>
          <p:nvPr/>
        </p:nvSpPr>
        <p:spPr>
          <a:xfrm>
            <a:off x="12306300" y="3748534"/>
            <a:ext cx="1238250" cy="19050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12306300" y="3486150"/>
            <a:ext cx="1314450" cy="20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975" b="1" kern="0" spc="1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TIME</a:t>
            </a:r>
            <a:endParaRPr lang="en-US" sz="975" dirty="0"/>
          </a:p>
        </p:txBody>
      </p:sp>
      <p:sp>
        <p:nvSpPr>
          <p:cNvPr id="41" name="Shape 38"/>
          <p:cNvSpPr/>
          <p:nvPr/>
        </p:nvSpPr>
        <p:spPr>
          <a:xfrm>
            <a:off x="13696950" y="3748534"/>
            <a:ext cx="1714500" cy="19050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13696950" y="3486150"/>
            <a:ext cx="1790700" cy="20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975" b="1" kern="0" spc="1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PRICE</a:t>
            </a:r>
            <a:endParaRPr lang="en-US" sz="975" dirty="0"/>
          </a:p>
        </p:txBody>
      </p:sp>
      <p:sp>
        <p:nvSpPr>
          <p:cNvPr id="43" name="Shape 40"/>
          <p:cNvSpPr/>
          <p:nvPr/>
        </p:nvSpPr>
        <p:spPr>
          <a:xfrm>
            <a:off x="15563850" y="3748534"/>
            <a:ext cx="2038350" cy="19050"/>
          </a:xfrm>
          <a:prstGeom prst="rect">
            <a:avLst/>
          </a:prstGeom>
          <a:solidFill>
            <a:srgbClr val="0D12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15563850" y="3486150"/>
            <a:ext cx="2114550" cy="20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3226"/>
              </a:lnSpc>
              <a:buNone/>
            </a:pPr>
            <a:r>
              <a:rPr lang="en-US" sz="975" b="1" kern="0" spc="1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CHARACTERISTICS</a:t>
            </a:r>
            <a:endParaRPr lang="en-US" sz="975" dirty="0"/>
          </a:p>
        </p:txBody>
      </p:sp>
      <p:sp>
        <p:nvSpPr>
          <p:cNvPr id="45" name="Shape 42"/>
          <p:cNvSpPr/>
          <p:nvPr/>
        </p:nvSpPr>
        <p:spPr>
          <a:xfrm>
            <a:off x="8953500" y="4728567"/>
            <a:ext cx="16192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8953500" y="3900934"/>
            <a:ext cx="1695450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55"/>
              </a:lnSpc>
              <a:buNone/>
            </a:pPr>
            <a:r>
              <a:rPr lang="en-US" sz="13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1 · Simple</a:t>
            </a:r>
            <a:endParaRPr lang="en-US" sz="1350" dirty="0"/>
          </a:p>
        </p:txBody>
      </p:sp>
      <p:sp>
        <p:nvSpPr>
          <p:cNvPr id="47" name="Shape 44"/>
          <p:cNvSpPr/>
          <p:nvPr/>
        </p:nvSpPr>
        <p:spPr>
          <a:xfrm>
            <a:off x="10725150" y="4728567"/>
            <a:ext cx="14287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10725150" y="3900934"/>
            <a:ext cx="1504950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55"/>
              </a:lnSpc>
              <a:buNone/>
            </a:pPr>
            <a:r>
              <a:rPr lang="en-US" sz="13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AI Dev + PM</a:t>
            </a:r>
            <a:endParaRPr lang="en-US" sz="1350" dirty="0"/>
          </a:p>
        </p:txBody>
      </p:sp>
      <p:sp>
        <p:nvSpPr>
          <p:cNvPr id="49" name="Shape 46"/>
          <p:cNvSpPr/>
          <p:nvPr/>
        </p:nvSpPr>
        <p:spPr>
          <a:xfrm>
            <a:off x="12306300" y="4728567"/>
            <a:ext cx="12382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12306300" y="3900934"/>
            <a:ext cx="1314450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55"/>
              </a:lnSpc>
              <a:buNone/>
            </a:pPr>
            <a:r>
              <a:rPr lang="en-US" sz="13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2–4 months</a:t>
            </a:r>
            <a:endParaRPr lang="en-US" sz="1350" dirty="0"/>
          </a:p>
        </p:txBody>
      </p:sp>
      <p:sp>
        <p:nvSpPr>
          <p:cNvPr id="51" name="Shape 48"/>
          <p:cNvSpPr/>
          <p:nvPr/>
        </p:nvSpPr>
        <p:spPr>
          <a:xfrm>
            <a:off x="13696950" y="4728567"/>
            <a:ext cx="171450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13696950" y="3900934"/>
            <a:ext cx="1790700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55"/>
              </a:lnSpc>
              <a:buNone/>
            </a:pPr>
            <a:r>
              <a:rPr lang="en-US" sz="13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€20,000 – 40,000</a:t>
            </a:r>
            <a:endParaRPr lang="en-US" sz="1350" dirty="0"/>
          </a:p>
        </p:txBody>
      </p:sp>
      <p:sp>
        <p:nvSpPr>
          <p:cNvPr id="53" name="Shape 50"/>
          <p:cNvSpPr/>
          <p:nvPr/>
        </p:nvSpPr>
        <p:spPr>
          <a:xfrm>
            <a:off x="15563850" y="4728567"/>
            <a:ext cx="20383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15563850" y="3900934"/>
            <a:ext cx="2114550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55"/>
              </a:lnSpc>
              <a:buNone/>
            </a:pPr>
            <a:r>
              <a:rPr lang="en-US" sz="13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clearly bounded process · 1–2 integrations</a:t>
            </a:r>
            <a:endParaRPr lang="en-US" sz="1350" dirty="0"/>
          </a:p>
        </p:txBody>
      </p:sp>
      <p:sp>
        <p:nvSpPr>
          <p:cNvPr id="55" name="Shape 52"/>
          <p:cNvSpPr/>
          <p:nvPr/>
        </p:nvSpPr>
        <p:spPr>
          <a:xfrm>
            <a:off x="8953500" y="5699075"/>
            <a:ext cx="16192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8953500" y="4871442"/>
            <a:ext cx="1695450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55"/>
              </a:lnSpc>
              <a:buNone/>
            </a:pPr>
            <a:r>
              <a:rPr lang="en-US" sz="13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2 · Medium</a:t>
            </a:r>
            <a:endParaRPr lang="en-US" sz="1350" dirty="0"/>
          </a:p>
        </p:txBody>
      </p:sp>
      <p:sp>
        <p:nvSpPr>
          <p:cNvPr id="57" name="Shape 54"/>
          <p:cNvSpPr/>
          <p:nvPr/>
        </p:nvSpPr>
        <p:spPr>
          <a:xfrm>
            <a:off x="10725150" y="5699075"/>
            <a:ext cx="14287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10725150" y="4871442"/>
            <a:ext cx="1504950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55"/>
              </a:lnSpc>
              <a:buNone/>
            </a:pPr>
            <a:r>
              <a:rPr lang="en-US" sz="13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AI Dev + PM</a:t>
            </a:r>
            <a:endParaRPr lang="en-US" sz="1350" dirty="0"/>
          </a:p>
        </p:txBody>
      </p:sp>
      <p:sp>
        <p:nvSpPr>
          <p:cNvPr id="59" name="Shape 56"/>
          <p:cNvSpPr/>
          <p:nvPr/>
        </p:nvSpPr>
        <p:spPr>
          <a:xfrm>
            <a:off x="12306300" y="5699075"/>
            <a:ext cx="12382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12306300" y="4871442"/>
            <a:ext cx="1314450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55"/>
              </a:lnSpc>
              <a:buNone/>
            </a:pPr>
            <a:r>
              <a:rPr lang="en-US" sz="13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5–9 months</a:t>
            </a:r>
            <a:endParaRPr lang="en-US" sz="1350" dirty="0"/>
          </a:p>
        </p:txBody>
      </p:sp>
      <p:sp>
        <p:nvSpPr>
          <p:cNvPr id="61" name="Shape 58"/>
          <p:cNvSpPr/>
          <p:nvPr/>
        </p:nvSpPr>
        <p:spPr>
          <a:xfrm>
            <a:off x="13696950" y="5699075"/>
            <a:ext cx="171450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9"/>
          <p:cNvSpPr/>
          <p:nvPr/>
        </p:nvSpPr>
        <p:spPr>
          <a:xfrm>
            <a:off x="13696950" y="4871442"/>
            <a:ext cx="1790700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55"/>
              </a:lnSpc>
              <a:buNone/>
            </a:pPr>
            <a:r>
              <a:rPr lang="en-US" sz="13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€40,000 – 80,000</a:t>
            </a:r>
            <a:endParaRPr lang="en-US" sz="1350" dirty="0"/>
          </a:p>
        </p:txBody>
      </p:sp>
      <p:sp>
        <p:nvSpPr>
          <p:cNvPr id="63" name="Shape 60"/>
          <p:cNvSpPr/>
          <p:nvPr/>
        </p:nvSpPr>
        <p:spPr>
          <a:xfrm>
            <a:off x="15563850" y="5699075"/>
            <a:ext cx="20383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15563850" y="4871442"/>
            <a:ext cx="2114550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55"/>
              </a:lnSpc>
              <a:buNone/>
            </a:pPr>
            <a:r>
              <a:rPr lang="en-US" sz="13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Multi-step across systems · 3–6 integrations</a:t>
            </a:r>
            <a:endParaRPr lang="en-US" sz="1350" dirty="0"/>
          </a:p>
        </p:txBody>
      </p:sp>
      <p:sp>
        <p:nvSpPr>
          <p:cNvPr id="65" name="Shape 62"/>
          <p:cNvSpPr/>
          <p:nvPr/>
        </p:nvSpPr>
        <p:spPr>
          <a:xfrm>
            <a:off x="8953500" y="6438156"/>
            <a:ext cx="16192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3"/>
          <p:cNvSpPr/>
          <p:nvPr/>
        </p:nvSpPr>
        <p:spPr>
          <a:xfrm>
            <a:off x="8953500" y="5841950"/>
            <a:ext cx="169545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55"/>
              </a:lnSpc>
              <a:buNone/>
            </a:pPr>
            <a:r>
              <a:rPr lang="en-US" sz="13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3 · Complex</a:t>
            </a:r>
            <a:endParaRPr lang="en-US" sz="1350" dirty="0"/>
          </a:p>
        </p:txBody>
      </p:sp>
      <p:sp>
        <p:nvSpPr>
          <p:cNvPr id="67" name="Shape 64"/>
          <p:cNvSpPr/>
          <p:nvPr/>
        </p:nvSpPr>
        <p:spPr>
          <a:xfrm>
            <a:off x="10725150" y="6438156"/>
            <a:ext cx="14287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5"/>
          <p:cNvSpPr/>
          <p:nvPr/>
        </p:nvSpPr>
        <p:spPr>
          <a:xfrm>
            <a:off x="10725150" y="5841950"/>
            <a:ext cx="150495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55"/>
              </a:lnSpc>
              <a:buNone/>
            </a:pPr>
            <a:r>
              <a:rPr lang="en-US" sz="13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2–3 AI Dev + PM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12306300" y="6438156"/>
            <a:ext cx="12382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ext 67"/>
          <p:cNvSpPr/>
          <p:nvPr/>
        </p:nvSpPr>
        <p:spPr>
          <a:xfrm>
            <a:off x="12306300" y="5841950"/>
            <a:ext cx="131445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55"/>
              </a:lnSpc>
              <a:buNone/>
            </a:pPr>
            <a:r>
              <a:rPr lang="en-US" sz="13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9+ months</a:t>
            </a:r>
            <a:endParaRPr lang="en-US" sz="1350" dirty="0"/>
          </a:p>
        </p:txBody>
      </p:sp>
      <p:sp>
        <p:nvSpPr>
          <p:cNvPr id="71" name="Shape 68"/>
          <p:cNvSpPr/>
          <p:nvPr/>
        </p:nvSpPr>
        <p:spPr>
          <a:xfrm>
            <a:off x="13696950" y="6438156"/>
            <a:ext cx="171450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9"/>
          <p:cNvSpPr/>
          <p:nvPr/>
        </p:nvSpPr>
        <p:spPr>
          <a:xfrm>
            <a:off x="13696950" y="5841950"/>
            <a:ext cx="179070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55"/>
              </a:lnSpc>
              <a:buNone/>
            </a:pPr>
            <a:r>
              <a:rPr lang="en-US" sz="13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€80,000</a:t>
            </a:r>
            <a:endParaRPr lang="en-US" sz="1350" dirty="0"/>
          </a:p>
        </p:txBody>
      </p:sp>
      <p:sp>
        <p:nvSpPr>
          <p:cNvPr id="73" name="Shape 70"/>
          <p:cNvSpPr/>
          <p:nvPr/>
        </p:nvSpPr>
        <p:spPr>
          <a:xfrm>
            <a:off x="15563850" y="6438156"/>
            <a:ext cx="2038350" cy="9525"/>
          </a:xfrm>
          <a:prstGeom prst="rect">
            <a:avLst/>
          </a:prstGeom>
          <a:solidFill>
            <a:srgbClr val="E2E4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1"/>
          <p:cNvSpPr/>
          <p:nvPr/>
        </p:nvSpPr>
        <p:spPr>
          <a:xfrm>
            <a:off x="15563850" y="5841950"/>
            <a:ext cx="211455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55"/>
              </a:lnSpc>
              <a:buNone/>
            </a:pPr>
            <a:r>
              <a:rPr lang="en-US" sz="13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Multi-agent, company-wide · governance</a:t>
            </a:r>
            <a:endParaRPr lang="en-US" sz="1350" dirty="0"/>
          </a:p>
        </p:txBody>
      </p:sp>
      <p:sp>
        <p:nvSpPr>
          <p:cNvPr id="75" name="Text 72"/>
          <p:cNvSpPr/>
          <p:nvPr/>
        </p:nvSpPr>
        <p:spPr>
          <a:xfrm>
            <a:off x="8953500" y="6581031"/>
            <a:ext cx="169545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55"/>
              </a:lnSpc>
              <a:buNone/>
            </a:pPr>
            <a:r>
              <a:rPr lang="en-US" sz="13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4 · Programme</a:t>
            </a:r>
            <a:endParaRPr lang="en-US" sz="1350" dirty="0"/>
          </a:p>
        </p:txBody>
      </p:sp>
      <p:sp>
        <p:nvSpPr>
          <p:cNvPr id="76" name="Text 73"/>
          <p:cNvSpPr/>
          <p:nvPr/>
        </p:nvSpPr>
        <p:spPr>
          <a:xfrm>
            <a:off x="10725150" y="6581031"/>
            <a:ext cx="150495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55"/>
              </a:lnSpc>
              <a:buNone/>
            </a:pPr>
            <a:r>
              <a:rPr lang="en-US" sz="13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scaled individually</a:t>
            </a:r>
            <a:endParaRPr lang="en-US" sz="1350" dirty="0"/>
          </a:p>
        </p:txBody>
      </p:sp>
      <p:sp>
        <p:nvSpPr>
          <p:cNvPr id="77" name="Text 74"/>
          <p:cNvSpPr/>
          <p:nvPr/>
        </p:nvSpPr>
        <p:spPr>
          <a:xfrm>
            <a:off x="12306300" y="6581031"/>
            <a:ext cx="131445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55"/>
              </a:lnSpc>
              <a:buNone/>
            </a:pPr>
            <a:r>
              <a:rPr lang="en-US" sz="13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individual</a:t>
            </a:r>
            <a:endParaRPr lang="en-US" sz="1350" dirty="0"/>
          </a:p>
        </p:txBody>
      </p:sp>
      <p:sp>
        <p:nvSpPr>
          <p:cNvPr id="78" name="Text 75"/>
          <p:cNvSpPr/>
          <p:nvPr/>
        </p:nvSpPr>
        <p:spPr>
          <a:xfrm>
            <a:off x="13696950" y="6581031"/>
            <a:ext cx="179070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55"/>
              </a:lnSpc>
              <a:buNone/>
            </a:pPr>
            <a:r>
              <a:rPr lang="en-US" sz="1350" b="1" dirty="0">
                <a:solidFill>
                  <a:srgbClr val="0D1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individual quote</a:t>
            </a:r>
            <a:endParaRPr lang="en-US" sz="1350" dirty="0"/>
          </a:p>
        </p:txBody>
      </p:sp>
      <p:sp>
        <p:nvSpPr>
          <p:cNvPr id="79" name="Text 76"/>
          <p:cNvSpPr/>
          <p:nvPr/>
        </p:nvSpPr>
        <p:spPr>
          <a:xfrm>
            <a:off x="15563850" y="6581031"/>
            <a:ext cx="2114550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455"/>
              </a:lnSpc>
              <a:buNone/>
            </a:pPr>
            <a:r>
              <a:rPr lang="en-US" sz="1350" dirty="0">
                <a:solidFill>
                  <a:srgbClr val="5C61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Ongoing, managed AI operations across units</a:t>
            </a:r>
            <a:endParaRPr lang="en-US" sz="1350" dirty="0"/>
          </a:p>
        </p:txBody>
      </p:sp>
      <p:sp>
        <p:nvSpPr>
          <p:cNvPr id="80" name="Text 77"/>
          <p:cNvSpPr/>
          <p:nvPr/>
        </p:nvSpPr>
        <p:spPr>
          <a:xfrm>
            <a:off x="685800" y="8763000"/>
            <a:ext cx="18608040" cy="300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783"/>
              </a:lnSpc>
              <a:buNone/>
            </a:pPr>
            <a:r>
              <a:rPr lang="en-US" sz="1425" dirty="0">
                <a:solidFill>
                  <a:srgbClr val="8A90A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team = 2 AI Developers + PM = €8,600 / month · tier price = team × duration · AI Suite €500 – €1,500 / month plus setup · all prices net, excl. VAT · indicative, subject to final quote.</a:t>
            </a:r>
            <a:endParaRPr lang="en-US" sz="1425" dirty="0"/>
          </a:p>
        </p:txBody>
      </p:sp>
      <p:sp>
        <p:nvSpPr>
          <p:cNvPr id="81" name="Text 78"/>
          <p:cNvSpPr/>
          <p:nvPr/>
        </p:nvSpPr>
        <p:spPr>
          <a:xfrm>
            <a:off x="685800" y="9525000"/>
            <a:ext cx="671272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 SOLUTIONS GROUP · BOREKSOLUTIONS.DE</a:t>
            </a:r>
            <a:endParaRPr lang="en-US" sz="1125" dirty="0"/>
          </a:p>
        </p:txBody>
      </p:sp>
      <p:sp>
        <p:nvSpPr>
          <p:cNvPr id="82" name="Text 79"/>
          <p:cNvSpPr/>
          <p:nvPr/>
        </p:nvSpPr>
        <p:spPr>
          <a:xfrm>
            <a:off x="16949291" y="9525000"/>
            <a:ext cx="72910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kern="0" spc="195" dirty="0">
                <a:solidFill>
                  <a:srgbClr val="9AA0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/ 26</a:t>
            </a:r>
            <a:endParaRPr lang="en-US" sz="11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27" b="27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D1240">
              <a:alpha val="82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238250"/>
            <a:ext cx="2990850" cy="79935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57250" y="2590800"/>
            <a:ext cx="11525250" cy="708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0839"/>
              </a:lnSpc>
              <a:buNone/>
            </a:pPr>
            <a:r>
              <a:rPr lang="en-US" sz="4800" kern="0" spc="-9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Let’s talk</a:t>
            </a:r>
            <a:endParaRPr lang="en-US" sz="4800" dirty="0"/>
          </a:p>
        </p:txBody>
      </p:sp>
      <p:sp>
        <p:nvSpPr>
          <p:cNvPr id="6" name="Shape 2"/>
          <p:cNvSpPr/>
          <p:nvPr/>
        </p:nvSpPr>
        <p:spPr>
          <a:xfrm>
            <a:off x="857250" y="4114800"/>
            <a:ext cx="3929063" cy="2676525"/>
          </a:xfrm>
          <a:prstGeom prst="rect">
            <a:avLst/>
          </a:prstGeom>
          <a:solidFill>
            <a:srgbClr val="FFFFFF">
              <a:alpha val="6000"/>
            </a:srgbClr>
          </a:solidFill>
          <a:ln w="14288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09663" y="4291013"/>
            <a:ext cx="723900" cy="723900"/>
          </a:xfrm>
          <a:prstGeom prst="ellipse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09663" y="5186363"/>
            <a:ext cx="2107205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627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Konstantin Borek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1109663" y="5498753"/>
            <a:ext cx="1041127" cy="2733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391"/>
              </a:lnSpc>
              <a:buNone/>
            </a:pPr>
            <a:r>
              <a:rPr lang="en-US" sz="1425" b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CEO</a:t>
            </a:r>
            <a:endParaRPr lang="en-US" sz="1425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9663" y="5886376"/>
            <a:ext cx="190500" cy="1905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414463" y="5895901"/>
            <a:ext cx="1902485" cy="209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DEDE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borek@boreksolutions.de</a:t>
            </a:r>
            <a:endParaRPr lang="en-US" sz="1125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9663" y="6174507"/>
            <a:ext cx="190500" cy="1905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414463" y="6172126"/>
            <a:ext cx="1630070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DEDE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+49 151 539 652 10</a:t>
            </a:r>
            <a:endParaRPr lang="en-US" sz="1275" dirty="0"/>
          </a:p>
        </p:txBody>
      </p:sp>
      <p:sp>
        <p:nvSpPr>
          <p:cNvPr id="14" name="Shape 7"/>
          <p:cNvSpPr/>
          <p:nvPr/>
        </p:nvSpPr>
        <p:spPr>
          <a:xfrm>
            <a:off x="5072063" y="4114800"/>
            <a:ext cx="3929063" cy="2676525"/>
          </a:xfrm>
          <a:prstGeom prst="rect">
            <a:avLst/>
          </a:prstGeom>
          <a:solidFill>
            <a:srgbClr val="FFFFFF">
              <a:alpha val="6000"/>
            </a:srgbClr>
          </a:solidFill>
          <a:ln w="14288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324475" y="4291013"/>
            <a:ext cx="723900" cy="723900"/>
          </a:xfrm>
          <a:prstGeom prst="ellipse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324475" y="5186363"/>
            <a:ext cx="2643522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627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Viktoria Schünemann</a:t>
            </a:r>
            <a:endParaRPr lang="en-US" sz="1800" dirty="0"/>
          </a:p>
        </p:txBody>
      </p:sp>
      <p:sp>
        <p:nvSpPr>
          <p:cNvPr id="17" name="Text 9"/>
          <p:cNvSpPr/>
          <p:nvPr/>
        </p:nvSpPr>
        <p:spPr>
          <a:xfrm>
            <a:off x="5324474" y="5498753"/>
            <a:ext cx="2757823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17391"/>
              </a:lnSpc>
            </a:pPr>
            <a:r>
              <a:rPr lang="en-US" sz="1425" b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</a:rPr>
              <a:t>Managing Partner &amp; Co-CCO</a:t>
            </a:r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24475" y="5886376"/>
            <a:ext cx="190500" cy="1905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629275" y="5895901"/>
            <a:ext cx="3112963" cy="209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DEDE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viktoria.schuenemann@boreksolutions.de</a:t>
            </a:r>
            <a:endParaRPr lang="en-US" sz="1125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324475" y="6174507"/>
            <a:ext cx="190500" cy="1905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629275" y="6172126"/>
            <a:ext cx="1673699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DEDE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+49 151 223 06 286</a:t>
            </a:r>
            <a:endParaRPr lang="en-US" sz="1275" dirty="0"/>
          </a:p>
        </p:txBody>
      </p:sp>
      <p:sp>
        <p:nvSpPr>
          <p:cNvPr id="22" name="Shape 12"/>
          <p:cNvSpPr/>
          <p:nvPr/>
        </p:nvSpPr>
        <p:spPr>
          <a:xfrm>
            <a:off x="9286875" y="4114800"/>
            <a:ext cx="3929063" cy="2676525"/>
          </a:xfrm>
          <a:prstGeom prst="rect">
            <a:avLst/>
          </a:prstGeom>
          <a:solidFill>
            <a:srgbClr val="FFFFFF">
              <a:alpha val="6000"/>
            </a:srgbClr>
          </a:solidFill>
          <a:ln w="14288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539288" y="4291013"/>
            <a:ext cx="723900" cy="723900"/>
          </a:xfrm>
          <a:prstGeom prst="ellipse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9539288" y="5186363"/>
            <a:ext cx="2029033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627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Fiona Oldenburg</a:t>
            </a:r>
            <a:endParaRPr lang="en-US" sz="1800" dirty="0"/>
          </a:p>
        </p:txBody>
      </p:sp>
      <p:sp>
        <p:nvSpPr>
          <p:cNvPr id="25" name="Text 14"/>
          <p:cNvSpPr/>
          <p:nvPr/>
        </p:nvSpPr>
        <p:spPr>
          <a:xfrm>
            <a:off x="9539288" y="5498753"/>
            <a:ext cx="1070670" cy="2733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391"/>
              </a:lnSpc>
              <a:buNone/>
            </a:pPr>
            <a:r>
              <a:rPr lang="en-US" sz="1425" b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COO</a:t>
            </a:r>
            <a:endParaRPr lang="en-US" sz="1425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539288" y="5886376"/>
            <a:ext cx="190500" cy="190500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9844088" y="5895901"/>
            <a:ext cx="2649580" cy="209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DEDE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fiona.oldenburg@boreksolutions.de</a:t>
            </a:r>
            <a:endParaRPr lang="en-US" sz="1125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539288" y="6174507"/>
            <a:ext cx="190500" cy="190500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9844088" y="6172126"/>
            <a:ext cx="1610261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DEDE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+49 151 729 76084</a:t>
            </a:r>
            <a:endParaRPr lang="en-US" sz="1275" dirty="0"/>
          </a:p>
        </p:txBody>
      </p:sp>
      <p:sp>
        <p:nvSpPr>
          <p:cNvPr id="30" name="Shape 17"/>
          <p:cNvSpPr/>
          <p:nvPr/>
        </p:nvSpPr>
        <p:spPr>
          <a:xfrm>
            <a:off x="13501688" y="4114800"/>
            <a:ext cx="3929063" cy="2676525"/>
          </a:xfrm>
          <a:prstGeom prst="rect">
            <a:avLst/>
          </a:prstGeom>
          <a:solidFill>
            <a:srgbClr val="FFFFFF">
              <a:alpha val="6000"/>
            </a:srgbClr>
          </a:solidFill>
          <a:ln w="14288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3754100" y="4291013"/>
            <a:ext cx="723900" cy="723900"/>
          </a:xfrm>
          <a:prstGeom prst="ellipse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13754100" y="5186363"/>
            <a:ext cx="1606905" cy="312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7627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Fichtner</a:t>
            </a:r>
            <a:endParaRPr lang="en-US" sz="1800" dirty="0"/>
          </a:p>
        </p:txBody>
      </p:sp>
      <p:sp>
        <p:nvSpPr>
          <p:cNvPr id="33" name="Text 19"/>
          <p:cNvSpPr/>
          <p:nvPr/>
        </p:nvSpPr>
        <p:spPr>
          <a:xfrm>
            <a:off x="13754100" y="5498753"/>
            <a:ext cx="3617111" cy="2733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7391"/>
              </a:lnSpc>
              <a:buNone/>
            </a:pPr>
            <a:r>
              <a:rPr lang="en-US" sz="1425" b="1" dirty="0">
                <a:solidFill>
                  <a:srgbClr val="B3B3B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Senior Strategic Partnership Manager</a:t>
            </a:r>
            <a:endParaRPr lang="en-US" sz="1425" dirty="0"/>
          </a:p>
        </p:txBody>
      </p:sp>
      <p:pic>
        <p:nvPicPr>
          <p:cNvPr id="34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3754100" y="5886376"/>
            <a:ext cx="190500" cy="190500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14058900" y="5895901"/>
            <a:ext cx="2408597" cy="209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DEDE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max.fichtner@boreksolutions.de</a:t>
            </a:r>
            <a:endParaRPr lang="en-US" sz="1125" dirty="0"/>
          </a:p>
        </p:txBody>
      </p:sp>
      <p:pic>
        <p:nvPicPr>
          <p:cNvPr id="36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754100" y="6174507"/>
            <a:ext cx="190500" cy="190500"/>
          </a:xfrm>
          <a:prstGeom prst="rect">
            <a:avLst/>
          </a:prstGeom>
        </p:spPr>
      </p:pic>
      <p:sp>
        <p:nvSpPr>
          <p:cNvPr id="37" name="Text 21"/>
          <p:cNvSpPr/>
          <p:nvPr/>
        </p:nvSpPr>
        <p:spPr>
          <a:xfrm>
            <a:off x="14058900" y="6172126"/>
            <a:ext cx="1430506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DEDED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+49 171 9994310</a:t>
            </a:r>
            <a:endParaRPr lang="en-US" sz="1275" dirty="0"/>
          </a:p>
        </p:txBody>
      </p:sp>
      <p:sp>
        <p:nvSpPr>
          <p:cNvPr id="38" name="Text 22"/>
          <p:cNvSpPr/>
          <p:nvPr/>
        </p:nvSpPr>
        <p:spPr>
          <a:xfrm>
            <a:off x="857250" y="7448550"/>
            <a:ext cx="7007074" cy="36954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lnSpc>
                <a:spcPct val="117966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first conversation to a deployable team in eight weeks.</a:t>
            </a:r>
            <a:endParaRPr lang="en-US" sz="1800" dirty="0"/>
          </a:p>
        </p:txBody>
      </p:sp>
      <p:pic>
        <p:nvPicPr>
          <p:cNvPr id="39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57250" y="8634413"/>
            <a:ext cx="247650" cy="247650"/>
          </a:xfrm>
          <a:prstGeom prst="rect">
            <a:avLst/>
          </a:prstGeom>
        </p:spPr>
      </p:pic>
      <p:sp>
        <p:nvSpPr>
          <p:cNvPr id="40" name="Text 23"/>
          <p:cNvSpPr/>
          <p:nvPr/>
        </p:nvSpPr>
        <p:spPr>
          <a:xfrm>
            <a:off x="1257300" y="8629650"/>
            <a:ext cx="538699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E6E6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Altewiekring 20A, 38102 Braunschweig, Germany</a:t>
            </a:r>
            <a:endParaRPr lang="en-US" sz="1650" dirty="0"/>
          </a:p>
        </p:txBody>
      </p:sp>
      <p:pic>
        <p:nvPicPr>
          <p:cNvPr id="41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57250" y="9024938"/>
            <a:ext cx="247650" cy="247650"/>
          </a:xfrm>
          <a:prstGeom prst="rect">
            <a:avLst/>
          </a:prstGeom>
        </p:spPr>
      </p:pic>
      <p:sp>
        <p:nvSpPr>
          <p:cNvPr id="42" name="Text 24"/>
          <p:cNvSpPr/>
          <p:nvPr/>
        </p:nvSpPr>
        <p:spPr>
          <a:xfrm>
            <a:off x="1257300" y="9020175"/>
            <a:ext cx="2100248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E6E6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+49 531 28354 162</a:t>
            </a:r>
            <a:endParaRPr lang="en-US" sz="1650" dirty="0"/>
          </a:p>
        </p:txBody>
      </p:sp>
      <p:sp>
        <p:nvSpPr>
          <p:cNvPr id="43" name="Text 25">
            <a:hlinkClick r:id="rId19"/>
          </p:cNvPr>
          <p:cNvSpPr/>
          <p:nvPr/>
        </p:nvSpPr>
        <p:spPr>
          <a:xfrm>
            <a:off x="857250" y="9867900"/>
            <a:ext cx="1680656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u="sng" kern="0" spc="75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boreksolutions.de</a:t>
            </a:r>
            <a:endParaRPr lang="en-US" sz="1275" dirty="0"/>
          </a:p>
        </p:txBody>
      </p:sp>
      <p:sp>
        <p:nvSpPr>
          <p:cNvPr id="44" name="Text 26"/>
          <p:cNvSpPr/>
          <p:nvPr/>
        </p:nvSpPr>
        <p:spPr>
          <a:xfrm>
            <a:off x="16816313" y="9867900"/>
            <a:ext cx="690637" cy="233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kern="0" spc="75" dirty="0">
                <a:solidFill>
                  <a:srgbClr val="BDBD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 / 26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368a397-59b0-452b-a580-82121faa2992" xsi:nil="true"/>
    <lcf76f155ced4ddcb4097134ff3c332f xmlns="1e2e8dd7-ad55-4112-a262-5b0501a35a5b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2C07B3FDA7A242B9C3B5506FFECB8C" ma:contentTypeVersion="12" ma:contentTypeDescription="Create a new document." ma:contentTypeScope="" ma:versionID="aa8a4fd2b5e70fed5800302f073e5fc9">
  <xsd:schema xmlns:xsd="http://www.w3.org/2001/XMLSchema" xmlns:xs="http://www.w3.org/2001/XMLSchema" xmlns:p="http://schemas.microsoft.com/office/2006/metadata/properties" xmlns:ns2="1e2e8dd7-ad55-4112-a262-5b0501a35a5b" xmlns:ns3="5368a397-59b0-452b-a580-82121faa2992" targetNamespace="http://schemas.microsoft.com/office/2006/metadata/properties" ma:root="true" ma:fieldsID="96cd48ec54d14f1c4dc4a3fce3c62531" ns2:_="" ns3:_="">
    <xsd:import namespace="1e2e8dd7-ad55-4112-a262-5b0501a35a5b"/>
    <xsd:import namespace="5368a397-59b0-452b-a580-82121faa299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2e8dd7-ad55-4112-a262-5b0501a35a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963088c-9d09-4ed8-9086-50f1540ec27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68a397-59b0-452b-a580-82121faa299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1a3f83d-b444-4a85-88ec-ee446114f210}" ma:internalName="TaxCatchAll" ma:showField="CatchAllData" ma:web="5368a397-59b0-452b-a580-82121faa299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7F87FB0-ECDC-4DF2-84B1-54500DC3BA7F}">
  <ds:schemaRefs>
    <ds:schemaRef ds:uri="http://schemas.microsoft.com/office/2006/metadata/properties"/>
    <ds:schemaRef ds:uri="http://schemas.microsoft.com/office/infopath/2007/PartnerControls"/>
    <ds:schemaRef ds:uri="480b3776-978e-49c7-b18f-9a240d0079bb"/>
    <ds:schemaRef ds:uri="ab58a841-e4e4-4c5a-a390-79d1440a31ac"/>
  </ds:schemaRefs>
</ds:datastoreItem>
</file>

<file path=customXml/itemProps2.xml><?xml version="1.0" encoding="utf-8"?>
<ds:datastoreItem xmlns:ds="http://schemas.openxmlformats.org/officeDocument/2006/customXml" ds:itemID="{518C4B89-0E02-4A36-A1E0-52258761F59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4218CA8-1210-4C11-BFD7-B34FF806039F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4493</Words>
  <Application>Microsoft Office PowerPoint</Application>
  <PresentationFormat>Custom</PresentationFormat>
  <Paragraphs>731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Elena Manovska</cp:lastModifiedBy>
  <cp:revision>1</cp:revision>
  <dcterms:created xsi:type="dcterms:W3CDTF">2026-09-23T08:55:46Z</dcterms:created>
  <dcterms:modified xsi:type="dcterms:W3CDTF">2026-09-29T09:42:43Z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0x010100312C07B3FDA7A242B9C3B5506FFECB8C</vt:lpwstr>
  </property>
  <property fmtid="{D5CDD505-2E9C-101B-9397-08002B2CF9AE}" pid="3" name="MediaServiceImageTags">
    <vt:lpwstr/>
  </property>
</Properties>
</file>